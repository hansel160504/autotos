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8"/>
  </p:notesMasterIdLst>
  <p:sldIdLst>
    <p:sldId id="256" r:id="rId2"/>
    <p:sldId id="257" r:id="rId3"/>
    <p:sldId id="258" r:id="rId4"/>
    <p:sldId id="260" r:id="rId5"/>
    <p:sldId id="259" r:id="rId6"/>
    <p:sldId id="261" r:id="rId7"/>
    <p:sldId id="275" r:id="rId8"/>
    <p:sldId id="264" r:id="rId9"/>
    <p:sldId id="266" r:id="rId10"/>
    <p:sldId id="267" r:id="rId11"/>
    <p:sldId id="268" r:id="rId12"/>
    <p:sldId id="276" r:id="rId13"/>
    <p:sldId id="280" r:id="rId14"/>
    <p:sldId id="281" r:id="rId15"/>
    <p:sldId id="285" r:id="rId16"/>
    <p:sldId id="286"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105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f2f776bd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f2f776bd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f2f776bd3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f2f776bd3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efc568fd33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efc568fd3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13476ef1bd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13476ef1bd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13476ef1bd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13476ef1bd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g1361020d38d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9" name="Google Shape;1399;g1361020d38d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f4fac21576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f4fac21576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f4b4a83110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9" name="Google Shape;829;gf4b4a8311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13476ef1bd8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13476ef1bd8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f4b4a8311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2" name="Google Shape;952;gf4b4a8311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9"/>
        <p:cNvGrpSpPr/>
        <p:nvPr/>
      </p:nvGrpSpPr>
      <p:grpSpPr>
        <a:xfrm>
          <a:off x="0" y="0"/>
          <a:ext cx="0" cy="0"/>
          <a:chOff x="0" y="0"/>
          <a:chExt cx="0" cy="0"/>
        </a:xfrm>
      </p:grpSpPr>
      <p:sp>
        <p:nvSpPr>
          <p:cNvPr id="1440" name="Google Shape;1440;gf4b4a83110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1" name="Google Shape;1441;gf4b4a83110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4"/>
        <p:cNvGrpSpPr/>
        <p:nvPr/>
      </p:nvGrpSpPr>
      <p:grpSpPr>
        <a:xfrm>
          <a:off x="0" y="0"/>
          <a:ext cx="0" cy="0"/>
          <a:chOff x="0" y="0"/>
          <a:chExt cx="0" cy="0"/>
        </a:xfrm>
      </p:grpSpPr>
      <p:sp>
        <p:nvSpPr>
          <p:cNvPr id="1525" name="Google Shape;1525;gf4b4a83110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6" name="Google Shape;1526;gf4b4a83110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13622a462c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13622a462c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4"/>
        <p:cNvGrpSpPr/>
        <p:nvPr/>
      </p:nvGrpSpPr>
      <p:grpSpPr>
        <a:xfrm>
          <a:off x="0" y="0"/>
          <a:ext cx="0" cy="0"/>
          <a:chOff x="0" y="0"/>
          <a:chExt cx="0" cy="0"/>
        </a:xfrm>
      </p:grpSpPr>
      <p:sp>
        <p:nvSpPr>
          <p:cNvPr id="1735" name="Google Shape;1735;g13622a462c9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6" name="Google Shape;1736;g13622a462c9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2"/>
        <p:cNvGrpSpPr/>
        <p:nvPr/>
      </p:nvGrpSpPr>
      <p:grpSpPr>
        <a:xfrm>
          <a:off x="0" y="0"/>
          <a:ext cx="0" cy="0"/>
          <a:chOff x="0" y="0"/>
          <a:chExt cx="0" cy="0"/>
        </a:xfrm>
      </p:grpSpPr>
      <p:sp>
        <p:nvSpPr>
          <p:cNvPr id="1803" name="Google Shape;1803;gf4b4a83110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4" name="Google Shape;1804;gf4b4a83110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1"/>
            </a:gs>
            <a:gs pos="79000">
              <a:schemeClr val="lt1"/>
            </a:gs>
            <a:gs pos="100000">
              <a:schemeClr val="accent6"/>
            </a:gs>
          </a:gsLst>
          <a:lin ang="2700006" scaled="0"/>
        </a:gradFill>
        <a:effectLst/>
      </p:bgPr>
    </p:bg>
    <p:spTree>
      <p:nvGrpSpPr>
        <p:cNvPr id="1" name="Shape 8"/>
        <p:cNvGrpSpPr/>
        <p:nvPr/>
      </p:nvGrpSpPr>
      <p:grpSpPr>
        <a:xfrm>
          <a:off x="0" y="0"/>
          <a:ext cx="0" cy="0"/>
          <a:chOff x="0" y="0"/>
          <a:chExt cx="0" cy="0"/>
        </a:xfrm>
      </p:grpSpPr>
      <p:sp>
        <p:nvSpPr>
          <p:cNvPr id="9" name="Google Shape;9;p2"/>
          <p:cNvSpPr/>
          <p:nvPr/>
        </p:nvSpPr>
        <p:spPr>
          <a:xfrm>
            <a:off x="6858200" y="2750225"/>
            <a:ext cx="4489411" cy="4507161"/>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rot="-5400000">
            <a:off x="225387" y="-225388"/>
            <a:ext cx="2863929" cy="3314700"/>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5400000">
            <a:off x="7496699" y="-622887"/>
            <a:ext cx="1864389" cy="1853864"/>
          </a:xfrm>
          <a:custGeom>
            <a:avLst/>
            <a:gdLst/>
            <a:ahLst/>
            <a:cxnLst/>
            <a:rect l="l" t="t" r="r" b="b"/>
            <a:pathLst>
              <a:path w="41093" h="40861" extrusionOk="0">
                <a:moveTo>
                  <a:pt x="0" y="1"/>
                </a:moveTo>
                <a:lnTo>
                  <a:pt x="0" y="40861"/>
                </a:lnTo>
                <a:lnTo>
                  <a:pt x="1361" y="40861"/>
                </a:lnTo>
                <a:cubicBezTo>
                  <a:pt x="23304" y="40861"/>
                  <a:pt x="41092" y="23072"/>
                  <a:pt x="41092" y="1128"/>
                </a:cubicBezTo>
                <a:cubicBezTo>
                  <a:pt x="41092" y="751"/>
                  <a:pt x="41087" y="376"/>
                  <a:pt x="41076" y="1"/>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715100" y="1937500"/>
            <a:ext cx="5838300" cy="1797300"/>
          </a:xfrm>
          <a:prstGeom prst="rect">
            <a:avLst/>
          </a:prstGeom>
        </p:spPr>
        <p:txBody>
          <a:bodyPr spcFirstLastPara="1" wrap="square" lIns="91425" tIns="91425" rIns="91425" bIns="91425" anchor="ctr" anchorCtr="0">
            <a:noAutofit/>
          </a:bodyPr>
          <a:lstStyle>
            <a:lvl1pPr lvl="0">
              <a:spcBef>
                <a:spcPts val="0"/>
              </a:spcBef>
              <a:spcAft>
                <a:spcPts val="0"/>
              </a:spcAft>
              <a:buClr>
                <a:srgbClr val="191919"/>
              </a:buClr>
              <a:buSzPts val="5200"/>
              <a:buNone/>
              <a:defRPr sz="6000">
                <a:solidFill>
                  <a:schemeClr val="lt2"/>
                </a:solidFill>
                <a:latin typeface="Days One"/>
                <a:ea typeface="Days One"/>
                <a:cs typeface="Days One"/>
                <a:sym typeface="Days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3" name="Google Shape;13;p2"/>
          <p:cNvSpPr txBox="1">
            <a:spLocks noGrp="1"/>
          </p:cNvSpPr>
          <p:nvPr>
            <p:ph type="subTitle" idx="1"/>
          </p:nvPr>
        </p:nvSpPr>
        <p:spPr>
          <a:xfrm>
            <a:off x="715100" y="4214900"/>
            <a:ext cx="5838300" cy="393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1"/>
            </a:gs>
            <a:gs pos="79000">
              <a:schemeClr val="lt1"/>
            </a:gs>
            <a:gs pos="100000">
              <a:schemeClr val="accent6"/>
            </a:gs>
          </a:gsLst>
          <a:lin ang="2700006" scaled="0"/>
        </a:gradFill>
        <a:effectLst/>
      </p:bgPr>
    </p:bg>
    <p:spTree>
      <p:nvGrpSpPr>
        <p:cNvPr id="1" name="Shape 14"/>
        <p:cNvGrpSpPr/>
        <p:nvPr/>
      </p:nvGrpSpPr>
      <p:grpSpPr>
        <a:xfrm>
          <a:off x="0" y="0"/>
          <a:ext cx="0" cy="0"/>
          <a:chOff x="0" y="0"/>
          <a:chExt cx="0" cy="0"/>
        </a:xfrm>
      </p:grpSpPr>
      <p:sp>
        <p:nvSpPr>
          <p:cNvPr id="15" name="Google Shape;15;p3"/>
          <p:cNvSpPr/>
          <p:nvPr/>
        </p:nvSpPr>
        <p:spPr>
          <a:xfrm>
            <a:off x="-1351900" y="3948325"/>
            <a:ext cx="3101598" cy="3113954"/>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rot="-3516704">
            <a:off x="6716946" y="-554629"/>
            <a:ext cx="3423889" cy="3999811"/>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rot="2126950">
            <a:off x="41639" y="-1384093"/>
            <a:ext cx="2744644" cy="2729065"/>
          </a:xfrm>
          <a:custGeom>
            <a:avLst/>
            <a:gdLst/>
            <a:ahLst/>
            <a:cxnLst/>
            <a:rect l="l" t="t" r="r" b="b"/>
            <a:pathLst>
              <a:path w="41093" h="40861" extrusionOk="0">
                <a:moveTo>
                  <a:pt x="0" y="1"/>
                </a:moveTo>
                <a:lnTo>
                  <a:pt x="0" y="40861"/>
                </a:lnTo>
                <a:lnTo>
                  <a:pt x="1361" y="40861"/>
                </a:lnTo>
                <a:cubicBezTo>
                  <a:pt x="23304" y="40861"/>
                  <a:pt x="41092" y="23072"/>
                  <a:pt x="41092" y="1128"/>
                </a:cubicBezTo>
                <a:cubicBezTo>
                  <a:pt x="41092" y="751"/>
                  <a:pt x="41087" y="376"/>
                  <a:pt x="41076" y="1"/>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txBox="1">
            <a:spLocks noGrp="1"/>
          </p:cNvSpPr>
          <p:nvPr>
            <p:ph type="title"/>
          </p:nvPr>
        </p:nvSpPr>
        <p:spPr>
          <a:xfrm>
            <a:off x="720000" y="2036975"/>
            <a:ext cx="4205100" cy="12261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000">
                <a:solidFill>
                  <a:schemeClr val="lt2"/>
                </a:solidFill>
                <a:latin typeface="Days One"/>
                <a:ea typeface="Days One"/>
                <a:cs typeface="Days One"/>
                <a:sym typeface="Days 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title" idx="2" hasCustomPrompt="1"/>
          </p:nvPr>
        </p:nvSpPr>
        <p:spPr>
          <a:xfrm>
            <a:off x="720000" y="1195175"/>
            <a:ext cx="42051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 name="Google Shape;20;p3"/>
          <p:cNvSpPr txBox="1">
            <a:spLocks noGrp="1"/>
          </p:cNvSpPr>
          <p:nvPr>
            <p:ph type="subTitle" idx="1"/>
          </p:nvPr>
        </p:nvSpPr>
        <p:spPr>
          <a:xfrm>
            <a:off x="720000" y="3554725"/>
            <a:ext cx="4360200" cy="39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gradFill>
          <a:gsLst>
            <a:gs pos="0">
              <a:schemeClr val="accent1"/>
            </a:gs>
            <a:gs pos="79000">
              <a:schemeClr val="lt1"/>
            </a:gs>
            <a:gs pos="100000">
              <a:schemeClr val="accent6"/>
            </a:gs>
          </a:gsLst>
          <a:lin ang="13500032" scaled="0"/>
        </a:gradFill>
        <a:effectLst/>
      </p:bgPr>
    </p:bg>
    <p:spTree>
      <p:nvGrpSpPr>
        <p:cNvPr id="1" name="Shape 21"/>
        <p:cNvGrpSpPr/>
        <p:nvPr/>
      </p:nvGrpSpPr>
      <p:grpSpPr>
        <a:xfrm>
          <a:off x="0" y="0"/>
          <a:ext cx="0" cy="0"/>
          <a:chOff x="0" y="0"/>
          <a:chExt cx="0" cy="0"/>
        </a:xfrm>
      </p:grpSpPr>
      <p:sp>
        <p:nvSpPr>
          <p:cNvPr id="22" name="Google Shape;22;p4"/>
          <p:cNvSpPr/>
          <p:nvPr/>
        </p:nvSpPr>
        <p:spPr>
          <a:xfrm>
            <a:off x="7931250" y="3963375"/>
            <a:ext cx="2222443" cy="2231297"/>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rot="-5400000">
            <a:off x="209843" y="-229299"/>
            <a:ext cx="2666386" cy="3086064"/>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6299994">
            <a:off x="-164356" y="3847089"/>
            <a:ext cx="2214873" cy="2202369"/>
          </a:xfrm>
          <a:custGeom>
            <a:avLst/>
            <a:gdLst/>
            <a:ahLst/>
            <a:cxnLst/>
            <a:rect l="l" t="t" r="r" b="b"/>
            <a:pathLst>
              <a:path w="41093" h="40861" extrusionOk="0">
                <a:moveTo>
                  <a:pt x="0" y="1"/>
                </a:moveTo>
                <a:lnTo>
                  <a:pt x="0" y="40861"/>
                </a:lnTo>
                <a:lnTo>
                  <a:pt x="1361" y="40861"/>
                </a:lnTo>
                <a:cubicBezTo>
                  <a:pt x="23304" y="40861"/>
                  <a:pt x="41092" y="23072"/>
                  <a:pt x="41092" y="1128"/>
                </a:cubicBezTo>
                <a:cubicBezTo>
                  <a:pt x="41092" y="751"/>
                  <a:pt x="41087" y="376"/>
                  <a:pt x="41076" y="1"/>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txBox="1">
            <a:spLocks noGrp="1"/>
          </p:cNvSpPr>
          <p:nvPr>
            <p:ph type="title"/>
          </p:nvPr>
        </p:nvSpPr>
        <p:spPr>
          <a:xfrm>
            <a:off x="720000" y="535000"/>
            <a:ext cx="7704000" cy="48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 name="Google Shape;26;p4"/>
          <p:cNvSpPr txBox="1">
            <a:spLocks noGrp="1"/>
          </p:cNvSpPr>
          <p:nvPr>
            <p:ph type="body" idx="1"/>
          </p:nvPr>
        </p:nvSpPr>
        <p:spPr>
          <a:xfrm>
            <a:off x="720000" y="1076325"/>
            <a:ext cx="7704000" cy="3492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2"/>
              </a:buClr>
              <a:buSzPts val="1200"/>
              <a:buAutoNum type="arabicPeriod"/>
              <a:defRPr sz="1150">
                <a:solidFill>
                  <a:schemeClr val="lt2"/>
                </a:solidFill>
                <a:latin typeface="Lato"/>
                <a:ea typeface="Lato"/>
                <a:cs typeface="Lato"/>
                <a:sym typeface="Lato"/>
              </a:defRPr>
            </a:lvl1pPr>
            <a:lvl2pPr marL="914400" lvl="1" indent="-304800" rtl="0">
              <a:lnSpc>
                <a:spcPct val="115000"/>
              </a:lnSpc>
              <a:spcBef>
                <a:spcPts val="0"/>
              </a:spcBef>
              <a:spcAft>
                <a:spcPts val="0"/>
              </a:spcAft>
              <a:buClr>
                <a:schemeClr val="lt2"/>
              </a:buClr>
              <a:buSzPts val="1200"/>
              <a:buFont typeface="Roboto Condensed Light"/>
              <a:buAutoNum type="alphaLcPeriod"/>
              <a:defRPr>
                <a:solidFill>
                  <a:schemeClr val="lt2"/>
                </a:solidFill>
              </a:defRPr>
            </a:lvl2pPr>
            <a:lvl3pPr marL="1371600" lvl="2" indent="-304800" rtl="0">
              <a:lnSpc>
                <a:spcPct val="115000"/>
              </a:lnSpc>
              <a:spcBef>
                <a:spcPts val="0"/>
              </a:spcBef>
              <a:spcAft>
                <a:spcPts val="0"/>
              </a:spcAft>
              <a:buClr>
                <a:schemeClr val="lt2"/>
              </a:buClr>
              <a:buSzPts val="1200"/>
              <a:buFont typeface="Roboto Condensed Light"/>
              <a:buAutoNum type="romanLcPeriod"/>
              <a:defRPr>
                <a:solidFill>
                  <a:schemeClr val="lt2"/>
                </a:solidFill>
              </a:defRPr>
            </a:lvl3pPr>
            <a:lvl4pPr marL="1828800" lvl="3" indent="-304800" rtl="0">
              <a:lnSpc>
                <a:spcPct val="115000"/>
              </a:lnSpc>
              <a:spcBef>
                <a:spcPts val="0"/>
              </a:spcBef>
              <a:spcAft>
                <a:spcPts val="0"/>
              </a:spcAft>
              <a:buClr>
                <a:schemeClr val="lt2"/>
              </a:buClr>
              <a:buSzPts val="1200"/>
              <a:buFont typeface="Roboto Condensed Light"/>
              <a:buAutoNum type="arabicPeriod"/>
              <a:defRPr>
                <a:solidFill>
                  <a:schemeClr val="lt2"/>
                </a:solidFill>
              </a:defRPr>
            </a:lvl4pPr>
            <a:lvl5pPr marL="2286000" lvl="4" indent="-304800" rtl="0">
              <a:lnSpc>
                <a:spcPct val="115000"/>
              </a:lnSpc>
              <a:spcBef>
                <a:spcPts val="0"/>
              </a:spcBef>
              <a:spcAft>
                <a:spcPts val="0"/>
              </a:spcAft>
              <a:buClr>
                <a:schemeClr val="lt2"/>
              </a:buClr>
              <a:buSzPts val="1200"/>
              <a:buFont typeface="Roboto Condensed Light"/>
              <a:buAutoNum type="alphaLcPeriod"/>
              <a:defRPr>
                <a:solidFill>
                  <a:schemeClr val="lt2"/>
                </a:solidFill>
              </a:defRPr>
            </a:lvl5pPr>
            <a:lvl6pPr marL="2743200" lvl="5" indent="-304800" rtl="0">
              <a:lnSpc>
                <a:spcPct val="115000"/>
              </a:lnSpc>
              <a:spcBef>
                <a:spcPts val="0"/>
              </a:spcBef>
              <a:spcAft>
                <a:spcPts val="0"/>
              </a:spcAft>
              <a:buClr>
                <a:schemeClr val="lt2"/>
              </a:buClr>
              <a:buSzPts val="1200"/>
              <a:buFont typeface="Roboto Condensed Light"/>
              <a:buAutoNum type="romanLcPeriod"/>
              <a:defRPr>
                <a:solidFill>
                  <a:schemeClr val="lt2"/>
                </a:solidFill>
              </a:defRPr>
            </a:lvl6pPr>
            <a:lvl7pPr marL="3200400" lvl="6" indent="-304800" rtl="0">
              <a:lnSpc>
                <a:spcPct val="115000"/>
              </a:lnSpc>
              <a:spcBef>
                <a:spcPts val="0"/>
              </a:spcBef>
              <a:spcAft>
                <a:spcPts val="0"/>
              </a:spcAft>
              <a:buClr>
                <a:schemeClr val="lt2"/>
              </a:buClr>
              <a:buSzPts val="1200"/>
              <a:buFont typeface="Roboto Condensed Light"/>
              <a:buAutoNum type="arabicPeriod"/>
              <a:defRPr>
                <a:solidFill>
                  <a:schemeClr val="lt2"/>
                </a:solidFill>
              </a:defRPr>
            </a:lvl7pPr>
            <a:lvl8pPr marL="3657600" lvl="7" indent="-304800" rtl="0">
              <a:lnSpc>
                <a:spcPct val="115000"/>
              </a:lnSpc>
              <a:spcBef>
                <a:spcPts val="0"/>
              </a:spcBef>
              <a:spcAft>
                <a:spcPts val="0"/>
              </a:spcAft>
              <a:buClr>
                <a:schemeClr val="lt2"/>
              </a:buClr>
              <a:buSzPts val="1200"/>
              <a:buFont typeface="Roboto Condensed Light"/>
              <a:buAutoNum type="alphaLcPeriod"/>
              <a:defRPr>
                <a:solidFill>
                  <a:schemeClr val="lt2"/>
                </a:solidFill>
              </a:defRPr>
            </a:lvl8pPr>
            <a:lvl9pPr marL="4114800" lvl="8" indent="-304800" rtl="0">
              <a:lnSpc>
                <a:spcPct val="115000"/>
              </a:lnSpc>
              <a:spcBef>
                <a:spcPts val="0"/>
              </a:spcBef>
              <a:spcAft>
                <a:spcPts val="0"/>
              </a:spcAft>
              <a:buClr>
                <a:schemeClr val="lt2"/>
              </a:buClr>
              <a:buSzPts val="1200"/>
              <a:buFont typeface="Roboto Condensed Light"/>
              <a:buAutoNum type="romanLcPeriod"/>
              <a:defRPr>
                <a:solidFill>
                  <a:schemeClr val="lt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gradFill>
          <a:gsLst>
            <a:gs pos="0">
              <a:schemeClr val="accent1"/>
            </a:gs>
            <a:gs pos="79000">
              <a:schemeClr val="lt1"/>
            </a:gs>
            <a:gs pos="100000">
              <a:schemeClr val="accent6"/>
            </a:gs>
          </a:gsLst>
          <a:lin ang="18900044" scaled="0"/>
        </a:gradFill>
        <a:effectLst/>
      </p:bgPr>
    </p:bg>
    <p:spTree>
      <p:nvGrpSpPr>
        <p:cNvPr id="1" name="Shape 27"/>
        <p:cNvGrpSpPr/>
        <p:nvPr/>
      </p:nvGrpSpPr>
      <p:grpSpPr>
        <a:xfrm>
          <a:off x="0" y="0"/>
          <a:ext cx="0" cy="0"/>
          <a:chOff x="0" y="0"/>
          <a:chExt cx="0" cy="0"/>
        </a:xfrm>
      </p:grpSpPr>
      <p:sp>
        <p:nvSpPr>
          <p:cNvPr id="28" name="Google Shape;28;p5"/>
          <p:cNvSpPr/>
          <p:nvPr/>
        </p:nvSpPr>
        <p:spPr>
          <a:xfrm rot="9133652">
            <a:off x="-991215" y="-200730"/>
            <a:ext cx="2950761" cy="344692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p:nvPr/>
        </p:nvSpPr>
        <p:spPr>
          <a:xfrm>
            <a:off x="7855050" y="3735125"/>
            <a:ext cx="2736768" cy="2747671"/>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5"/>
          <p:cNvSpPr/>
          <p:nvPr/>
        </p:nvSpPr>
        <p:spPr>
          <a:xfrm rot="5590127">
            <a:off x="7435755" y="-1031003"/>
            <a:ext cx="2766701" cy="2750998"/>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txBox="1">
            <a:spLocks noGrp="1"/>
          </p:cNvSpPr>
          <p:nvPr>
            <p:ph type="subTitle" idx="1"/>
          </p:nvPr>
        </p:nvSpPr>
        <p:spPr>
          <a:xfrm>
            <a:off x="1181425" y="2852325"/>
            <a:ext cx="2907600" cy="377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500"/>
              <a:buFont typeface="Bebas Neue"/>
              <a:buNone/>
              <a:defRPr sz="2400">
                <a:solidFill>
                  <a:schemeClr val="lt2"/>
                </a:solidFill>
                <a:latin typeface="Days One"/>
                <a:ea typeface="Days One"/>
                <a:cs typeface="Days One"/>
                <a:sym typeface="Days On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32" name="Google Shape;32;p5"/>
          <p:cNvSpPr txBox="1">
            <a:spLocks noGrp="1"/>
          </p:cNvSpPr>
          <p:nvPr>
            <p:ph type="subTitle" idx="2"/>
          </p:nvPr>
        </p:nvSpPr>
        <p:spPr>
          <a:xfrm>
            <a:off x="4836300" y="2852325"/>
            <a:ext cx="2907600" cy="377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400">
                <a:solidFill>
                  <a:schemeClr val="lt2"/>
                </a:solidFill>
                <a:latin typeface="Days One"/>
                <a:ea typeface="Days One"/>
                <a:cs typeface="Days One"/>
                <a:sym typeface="Days On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33" name="Google Shape;33;p5"/>
          <p:cNvSpPr txBox="1">
            <a:spLocks noGrp="1"/>
          </p:cNvSpPr>
          <p:nvPr>
            <p:ph type="subTitle" idx="3"/>
          </p:nvPr>
        </p:nvSpPr>
        <p:spPr>
          <a:xfrm>
            <a:off x="1181425" y="3374350"/>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 name="Google Shape;34;p5"/>
          <p:cNvSpPr txBox="1">
            <a:spLocks noGrp="1"/>
          </p:cNvSpPr>
          <p:nvPr>
            <p:ph type="subTitle" idx="4"/>
          </p:nvPr>
        </p:nvSpPr>
        <p:spPr>
          <a:xfrm>
            <a:off x="4836300" y="3374350"/>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 name="Google Shape;35;p5"/>
          <p:cNvSpPr txBox="1">
            <a:spLocks noGrp="1"/>
          </p:cNvSpPr>
          <p:nvPr>
            <p:ph type="title"/>
          </p:nvPr>
        </p:nvSpPr>
        <p:spPr>
          <a:xfrm>
            <a:off x="720000" y="535000"/>
            <a:ext cx="7704000" cy="48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accent1"/>
            </a:gs>
            <a:gs pos="79000">
              <a:schemeClr val="lt1"/>
            </a:gs>
            <a:gs pos="100000">
              <a:schemeClr val="accent6"/>
            </a:gs>
          </a:gsLst>
          <a:lin ang="18900044" scaled="0"/>
        </a:grad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720000" y="535000"/>
            <a:ext cx="7704000" cy="48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200">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 name="Google Shape;38;p6"/>
          <p:cNvSpPr/>
          <p:nvPr/>
        </p:nvSpPr>
        <p:spPr>
          <a:xfrm rot="10800000">
            <a:off x="-386221" y="-511177"/>
            <a:ext cx="2202633" cy="2573002"/>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6"/>
          <p:cNvSpPr/>
          <p:nvPr/>
        </p:nvSpPr>
        <p:spPr>
          <a:xfrm>
            <a:off x="8255100" y="4249475"/>
            <a:ext cx="1841422" cy="1848758"/>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6"/>
          <p:cNvSpPr/>
          <p:nvPr/>
        </p:nvSpPr>
        <p:spPr>
          <a:xfrm rot="-925259">
            <a:off x="6800108" y="-524600"/>
            <a:ext cx="2784680" cy="3222977"/>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gradFill>
          <a:gsLst>
            <a:gs pos="0">
              <a:schemeClr val="accent1"/>
            </a:gs>
            <a:gs pos="79000">
              <a:schemeClr val="lt1"/>
            </a:gs>
            <a:gs pos="100000">
              <a:schemeClr val="accent6"/>
            </a:gs>
          </a:gsLst>
          <a:lin ang="13500032" scaled="0"/>
        </a:gradFill>
        <a:effectLst/>
      </p:bgPr>
    </p:bg>
    <p:spTree>
      <p:nvGrpSpPr>
        <p:cNvPr id="1" name="Shape 41"/>
        <p:cNvGrpSpPr/>
        <p:nvPr/>
      </p:nvGrpSpPr>
      <p:grpSpPr>
        <a:xfrm>
          <a:off x="0" y="0"/>
          <a:ext cx="0" cy="0"/>
          <a:chOff x="0" y="0"/>
          <a:chExt cx="0" cy="0"/>
        </a:xfrm>
      </p:grpSpPr>
      <p:sp>
        <p:nvSpPr>
          <p:cNvPr id="42" name="Google Shape;42;p7"/>
          <p:cNvSpPr/>
          <p:nvPr/>
        </p:nvSpPr>
        <p:spPr>
          <a:xfrm rot="1451954">
            <a:off x="6169205" y="2098647"/>
            <a:ext cx="3542609" cy="4138293"/>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7"/>
          <p:cNvSpPr/>
          <p:nvPr/>
        </p:nvSpPr>
        <p:spPr>
          <a:xfrm>
            <a:off x="7797900" y="-906375"/>
            <a:ext cx="2451002" cy="2460766"/>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7"/>
          <p:cNvSpPr/>
          <p:nvPr/>
        </p:nvSpPr>
        <p:spPr>
          <a:xfrm rot="-2278797">
            <a:off x="-1316671" y="131086"/>
            <a:ext cx="2264352" cy="2251500"/>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7"/>
          <p:cNvSpPr txBox="1">
            <a:spLocks noGrp="1"/>
          </p:cNvSpPr>
          <p:nvPr>
            <p:ph type="title"/>
          </p:nvPr>
        </p:nvSpPr>
        <p:spPr>
          <a:xfrm>
            <a:off x="720000" y="535000"/>
            <a:ext cx="7704000" cy="48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6" name="Google Shape;46;p7"/>
          <p:cNvSpPr txBox="1">
            <a:spLocks noGrp="1"/>
          </p:cNvSpPr>
          <p:nvPr>
            <p:ph type="body" idx="1"/>
          </p:nvPr>
        </p:nvSpPr>
        <p:spPr>
          <a:xfrm>
            <a:off x="720000" y="1207475"/>
            <a:ext cx="5475900" cy="2675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2"/>
              </a:buClr>
              <a:buSzPts val="1200"/>
              <a:buFont typeface="Lato"/>
              <a:buChar char="●"/>
              <a:defRPr sz="1600">
                <a:solidFill>
                  <a:schemeClr val="lt2"/>
                </a:solidFill>
                <a:latin typeface="Poppins"/>
                <a:ea typeface="Poppins"/>
                <a:cs typeface="Poppins"/>
                <a:sym typeface="Poppins"/>
              </a:defRPr>
            </a:lvl1pPr>
            <a:lvl2pPr marL="914400" lvl="1" indent="-304800" rtl="0">
              <a:lnSpc>
                <a:spcPct val="115000"/>
              </a:lnSpc>
              <a:spcBef>
                <a:spcPts val="1600"/>
              </a:spcBef>
              <a:spcAft>
                <a:spcPts val="0"/>
              </a:spcAft>
              <a:buClr>
                <a:schemeClr val="lt2"/>
              </a:buClr>
              <a:buSzPts val="1200"/>
              <a:buFont typeface="Roboto Condensed Light"/>
              <a:buChar char="○"/>
              <a:defRPr>
                <a:solidFill>
                  <a:schemeClr val="lt2"/>
                </a:solidFill>
              </a:defRPr>
            </a:lvl2pPr>
            <a:lvl3pPr marL="1371600" lvl="2" indent="-304800" rtl="0">
              <a:lnSpc>
                <a:spcPct val="115000"/>
              </a:lnSpc>
              <a:spcBef>
                <a:spcPts val="0"/>
              </a:spcBef>
              <a:spcAft>
                <a:spcPts val="0"/>
              </a:spcAft>
              <a:buClr>
                <a:schemeClr val="lt2"/>
              </a:buClr>
              <a:buSzPts val="1200"/>
              <a:buFont typeface="Roboto Condensed Light"/>
              <a:buChar char="■"/>
              <a:defRPr>
                <a:solidFill>
                  <a:schemeClr val="lt2"/>
                </a:solidFill>
              </a:defRPr>
            </a:lvl3pPr>
            <a:lvl4pPr marL="1828800" lvl="3" indent="-304800" rtl="0">
              <a:lnSpc>
                <a:spcPct val="115000"/>
              </a:lnSpc>
              <a:spcBef>
                <a:spcPts val="0"/>
              </a:spcBef>
              <a:spcAft>
                <a:spcPts val="0"/>
              </a:spcAft>
              <a:buClr>
                <a:schemeClr val="lt2"/>
              </a:buClr>
              <a:buSzPts val="1200"/>
              <a:buFont typeface="Roboto Condensed Light"/>
              <a:buChar char="●"/>
              <a:defRPr>
                <a:solidFill>
                  <a:schemeClr val="lt2"/>
                </a:solidFill>
              </a:defRPr>
            </a:lvl4pPr>
            <a:lvl5pPr marL="2286000" lvl="4" indent="-304800" rtl="0">
              <a:lnSpc>
                <a:spcPct val="115000"/>
              </a:lnSpc>
              <a:spcBef>
                <a:spcPts val="0"/>
              </a:spcBef>
              <a:spcAft>
                <a:spcPts val="0"/>
              </a:spcAft>
              <a:buClr>
                <a:schemeClr val="lt2"/>
              </a:buClr>
              <a:buSzPts val="1200"/>
              <a:buFont typeface="Roboto Condensed Light"/>
              <a:buChar char="○"/>
              <a:defRPr>
                <a:solidFill>
                  <a:schemeClr val="lt2"/>
                </a:solidFill>
              </a:defRPr>
            </a:lvl5pPr>
            <a:lvl6pPr marL="2743200" lvl="5" indent="-304800" rtl="0">
              <a:lnSpc>
                <a:spcPct val="115000"/>
              </a:lnSpc>
              <a:spcBef>
                <a:spcPts val="0"/>
              </a:spcBef>
              <a:spcAft>
                <a:spcPts val="0"/>
              </a:spcAft>
              <a:buClr>
                <a:schemeClr val="lt2"/>
              </a:buClr>
              <a:buSzPts val="1200"/>
              <a:buFont typeface="Roboto Condensed Light"/>
              <a:buChar char="■"/>
              <a:defRPr>
                <a:solidFill>
                  <a:schemeClr val="lt2"/>
                </a:solidFill>
              </a:defRPr>
            </a:lvl6pPr>
            <a:lvl7pPr marL="3200400" lvl="6" indent="-304800" rtl="0">
              <a:lnSpc>
                <a:spcPct val="115000"/>
              </a:lnSpc>
              <a:spcBef>
                <a:spcPts val="0"/>
              </a:spcBef>
              <a:spcAft>
                <a:spcPts val="0"/>
              </a:spcAft>
              <a:buClr>
                <a:schemeClr val="lt2"/>
              </a:buClr>
              <a:buSzPts val="1200"/>
              <a:buFont typeface="Roboto Condensed Light"/>
              <a:buChar char="●"/>
              <a:defRPr>
                <a:solidFill>
                  <a:schemeClr val="lt2"/>
                </a:solidFill>
              </a:defRPr>
            </a:lvl7pPr>
            <a:lvl8pPr marL="3657600" lvl="7" indent="-304800" rtl="0">
              <a:lnSpc>
                <a:spcPct val="115000"/>
              </a:lnSpc>
              <a:spcBef>
                <a:spcPts val="0"/>
              </a:spcBef>
              <a:spcAft>
                <a:spcPts val="0"/>
              </a:spcAft>
              <a:buClr>
                <a:schemeClr val="lt2"/>
              </a:buClr>
              <a:buSzPts val="1200"/>
              <a:buFont typeface="Roboto Condensed Light"/>
              <a:buChar char="○"/>
              <a:defRPr>
                <a:solidFill>
                  <a:schemeClr val="lt2"/>
                </a:solidFill>
              </a:defRPr>
            </a:lvl8pPr>
            <a:lvl9pPr marL="4114800" lvl="8" indent="-304800" rtl="0">
              <a:lnSpc>
                <a:spcPct val="115000"/>
              </a:lnSpc>
              <a:spcBef>
                <a:spcPts val="0"/>
              </a:spcBef>
              <a:spcAft>
                <a:spcPts val="0"/>
              </a:spcAft>
              <a:buClr>
                <a:schemeClr val="lt2"/>
              </a:buClr>
              <a:buSzPts val="1200"/>
              <a:buFont typeface="Roboto Condensed Light"/>
              <a:buChar char="■"/>
              <a:defRPr>
                <a:solidFill>
                  <a:schemeClr val="lt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gradFill>
          <a:gsLst>
            <a:gs pos="0">
              <a:schemeClr val="accent1"/>
            </a:gs>
            <a:gs pos="79000">
              <a:schemeClr val="lt1"/>
            </a:gs>
            <a:gs pos="100000">
              <a:schemeClr val="accent6"/>
            </a:gs>
          </a:gsLst>
          <a:lin ang="18900044" scaled="0"/>
        </a:gradFill>
        <a:effectLst/>
      </p:bgPr>
    </p:bg>
    <p:spTree>
      <p:nvGrpSpPr>
        <p:cNvPr id="1" name="Shape 47"/>
        <p:cNvGrpSpPr/>
        <p:nvPr/>
      </p:nvGrpSpPr>
      <p:grpSpPr>
        <a:xfrm>
          <a:off x="0" y="0"/>
          <a:ext cx="0" cy="0"/>
          <a:chOff x="0" y="0"/>
          <a:chExt cx="0" cy="0"/>
        </a:xfrm>
      </p:grpSpPr>
      <p:sp>
        <p:nvSpPr>
          <p:cNvPr id="48" name="Google Shape;48;p8"/>
          <p:cNvSpPr/>
          <p:nvPr/>
        </p:nvSpPr>
        <p:spPr>
          <a:xfrm rot="10800000" flipH="1">
            <a:off x="7131150" y="301857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8"/>
          <p:cNvSpPr/>
          <p:nvPr/>
        </p:nvSpPr>
        <p:spPr>
          <a:xfrm rot="10800000" flipH="1">
            <a:off x="-2132275" y="-226612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8"/>
          <p:cNvSpPr/>
          <p:nvPr/>
        </p:nvSpPr>
        <p:spPr>
          <a:xfrm rot="9099793" flipH="1">
            <a:off x="6864111" y="-963286"/>
            <a:ext cx="2803921" cy="327539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8"/>
          <p:cNvSpPr/>
          <p:nvPr/>
        </p:nvSpPr>
        <p:spPr>
          <a:xfrm rot="-1345006" flipH="1">
            <a:off x="-933337" y="2256518"/>
            <a:ext cx="3492326" cy="4079689"/>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8"/>
          <p:cNvSpPr txBox="1">
            <a:spLocks noGrp="1"/>
          </p:cNvSpPr>
          <p:nvPr>
            <p:ph type="title"/>
          </p:nvPr>
        </p:nvSpPr>
        <p:spPr>
          <a:xfrm>
            <a:off x="1324050" y="1307100"/>
            <a:ext cx="64959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8000">
                <a:solidFill>
                  <a:schemeClr val="lt2"/>
                </a:solidFill>
                <a:latin typeface="Days One"/>
                <a:ea typeface="Days One"/>
                <a:cs typeface="Days One"/>
                <a:sym typeface="Days One"/>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accent1"/>
            </a:gs>
            <a:gs pos="79000">
              <a:schemeClr val="lt1"/>
            </a:gs>
            <a:gs pos="100000">
              <a:schemeClr val="accent6"/>
            </a:gs>
          </a:gsLst>
          <a:lin ang="13500032" scaled="0"/>
        </a:gradFill>
        <a:effectLst/>
      </p:bgPr>
    </p:bg>
    <p:spTree>
      <p:nvGrpSpPr>
        <p:cNvPr id="1" name="Shape 53"/>
        <p:cNvGrpSpPr/>
        <p:nvPr/>
      </p:nvGrpSpPr>
      <p:grpSpPr>
        <a:xfrm>
          <a:off x="0" y="0"/>
          <a:ext cx="0" cy="0"/>
          <a:chOff x="0" y="0"/>
          <a:chExt cx="0" cy="0"/>
        </a:xfrm>
      </p:grpSpPr>
      <p:sp>
        <p:nvSpPr>
          <p:cNvPr id="54" name="Google Shape;54;p9"/>
          <p:cNvSpPr/>
          <p:nvPr/>
        </p:nvSpPr>
        <p:spPr>
          <a:xfrm rot="-5400000">
            <a:off x="6676811" y="-559328"/>
            <a:ext cx="2697572" cy="3151164"/>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9"/>
          <p:cNvSpPr/>
          <p:nvPr/>
        </p:nvSpPr>
        <p:spPr>
          <a:xfrm>
            <a:off x="7569300" y="3791000"/>
            <a:ext cx="2451002" cy="2460766"/>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9"/>
          <p:cNvSpPr/>
          <p:nvPr/>
        </p:nvSpPr>
        <p:spPr>
          <a:xfrm rot="1039056">
            <a:off x="-254188" y="-742591"/>
            <a:ext cx="1938577" cy="1927574"/>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title"/>
          </p:nvPr>
        </p:nvSpPr>
        <p:spPr>
          <a:xfrm>
            <a:off x="715100" y="2618675"/>
            <a:ext cx="4919400" cy="4770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000">
                <a:solidFill>
                  <a:schemeClr val="lt2"/>
                </a:solidFill>
                <a:latin typeface="Days One"/>
                <a:ea typeface="Days One"/>
                <a:cs typeface="Days One"/>
                <a:sym typeface="Days 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8" name="Google Shape;58;p9"/>
          <p:cNvSpPr txBox="1">
            <a:spLocks noGrp="1"/>
          </p:cNvSpPr>
          <p:nvPr>
            <p:ph type="subTitle" idx="1"/>
          </p:nvPr>
        </p:nvSpPr>
        <p:spPr>
          <a:xfrm>
            <a:off x="715100" y="3465400"/>
            <a:ext cx="4966200" cy="114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gradFill>
          <a:gsLst>
            <a:gs pos="0">
              <a:schemeClr val="accent1"/>
            </a:gs>
            <a:gs pos="79000">
              <a:schemeClr val="lt1"/>
            </a:gs>
            <a:gs pos="100000">
              <a:schemeClr val="accent6"/>
            </a:gs>
          </a:gsLst>
          <a:lin ang="18900732" scaled="0"/>
        </a:gradFill>
        <a:effectLst/>
      </p:bgPr>
    </p:bg>
    <p:spTree>
      <p:nvGrpSpPr>
        <p:cNvPr id="1" name="Shape 59"/>
        <p:cNvGrpSpPr/>
        <p:nvPr/>
      </p:nvGrpSpPr>
      <p:grpSpPr>
        <a:xfrm>
          <a:off x="0" y="0"/>
          <a:ext cx="0" cy="0"/>
          <a:chOff x="0" y="0"/>
          <a:chExt cx="0" cy="0"/>
        </a:xfrm>
      </p:grpSpPr>
      <p:sp>
        <p:nvSpPr>
          <p:cNvPr id="60" name="Google Shape;60;p10"/>
          <p:cNvSpPr txBox="1">
            <a:spLocks noGrp="1"/>
          </p:cNvSpPr>
          <p:nvPr>
            <p:ph type="title"/>
          </p:nvPr>
        </p:nvSpPr>
        <p:spPr>
          <a:xfrm>
            <a:off x="720000" y="574025"/>
            <a:ext cx="7704000" cy="8922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200">
                <a:solidFill>
                  <a:schemeClr val="lt2"/>
                </a:solidFill>
                <a:latin typeface="Days One"/>
                <a:ea typeface="Days One"/>
                <a:cs typeface="Days One"/>
                <a:sym typeface="Days 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1" name="Google Shape;61;p10"/>
          <p:cNvSpPr/>
          <p:nvPr/>
        </p:nvSpPr>
        <p:spPr>
          <a:xfrm rot="10800000" flipH="1">
            <a:off x="6959475" y="3713250"/>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chemeClr val="accent1"/>
            </a:gs>
            <a:gs pos="79000">
              <a:schemeClr val="lt1"/>
            </a:gs>
            <a:gs pos="100000">
              <a:schemeClr val="accent6"/>
            </a:gs>
          </a:gsLst>
          <a:lin ang="18900044" scaled="0"/>
        </a:gradFill>
        <a:effectLst/>
      </p:bgPr>
    </p:bg>
    <p:spTree>
      <p:nvGrpSpPr>
        <p:cNvPr id="1" name="Shape 62"/>
        <p:cNvGrpSpPr/>
        <p:nvPr/>
      </p:nvGrpSpPr>
      <p:grpSpPr>
        <a:xfrm>
          <a:off x="0" y="0"/>
          <a:ext cx="0" cy="0"/>
          <a:chOff x="0" y="0"/>
          <a:chExt cx="0" cy="0"/>
        </a:xfrm>
      </p:grpSpPr>
      <p:sp>
        <p:nvSpPr>
          <p:cNvPr id="63" name="Google Shape;63;p11"/>
          <p:cNvSpPr/>
          <p:nvPr/>
        </p:nvSpPr>
        <p:spPr>
          <a:xfrm>
            <a:off x="7221950" y="2819400"/>
            <a:ext cx="2065727" cy="241307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1"/>
          <p:cNvSpPr/>
          <p:nvPr/>
        </p:nvSpPr>
        <p:spPr>
          <a:xfrm rot="10800000">
            <a:off x="-188500" y="-133350"/>
            <a:ext cx="2065727" cy="241307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1"/>
          <p:cNvSpPr/>
          <p:nvPr/>
        </p:nvSpPr>
        <p:spPr>
          <a:xfrm rot="-5400000">
            <a:off x="-923181" y="3487138"/>
            <a:ext cx="2702570" cy="2687231"/>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1"/>
          <p:cNvSpPr/>
          <p:nvPr/>
        </p:nvSpPr>
        <p:spPr>
          <a:xfrm rot="5400000">
            <a:off x="7382544" y="-903874"/>
            <a:ext cx="2702570" cy="2687231"/>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solidFill>
                  <a:schemeClr val="lt2"/>
                </a:solidFill>
                <a:latin typeface="Days One"/>
                <a:ea typeface="Days One"/>
                <a:cs typeface="Days One"/>
                <a:sym typeface="Days One"/>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8" name="Google Shape;68;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6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bg>
      <p:bgPr>
        <a:gradFill>
          <a:gsLst>
            <a:gs pos="0">
              <a:schemeClr val="accent1"/>
            </a:gs>
            <a:gs pos="79000">
              <a:schemeClr val="lt1"/>
            </a:gs>
            <a:gs pos="100000">
              <a:schemeClr val="accent6"/>
            </a:gs>
          </a:gsLst>
          <a:lin ang="8099331" scaled="0"/>
        </a:gradFill>
        <a:effectLst/>
      </p:bgPr>
    </p:bg>
    <p:spTree>
      <p:nvGrpSpPr>
        <p:cNvPr id="1" name="Shape 70"/>
        <p:cNvGrpSpPr/>
        <p:nvPr/>
      </p:nvGrpSpPr>
      <p:grpSpPr>
        <a:xfrm>
          <a:off x="0" y="0"/>
          <a:ext cx="0" cy="0"/>
          <a:chOff x="0" y="0"/>
          <a:chExt cx="0" cy="0"/>
        </a:xfrm>
      </p:grpSpPr>
      <p:sp>
        <p:nvSpPr>
          <p:cNvPr id="71" name="Google Shape;71;p13"/>
          <p:cNvSpPr/>
          <p:nvPr/>
        </p:nvSpPr>
        <p:spPr>
          <a:xfrm>
            <a:off x="-1788525" y="1325945"/>
            <a:ext cx="2680775" cy="2691455"/>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rot="-4243771">
            <a:off x="7521125" y="-325063"/>
            <a:ext cx="1815550" cy="2096189"/>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txBox="1">
            <a:spLocks noGrp="1"/>
          </p:cNvSpPr>
          <p:nvPr>
            <p:ph type="title"/>
          </p:nvPr>
        </p:nvSpPr>
        <p:spPr>
          <a:xfrm>
            <a:off x="1760916" y="1576755"/>
            <a:ext cx="2594700" cy="550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4" name="Google Shape;74;p13"/>
          <p:cNvSpPr txBox="1">
            <a:spLocks noGrp="1"/>
          </p:cNvSpPr>
          <p:nvPr>
            <p:ph type="title" idx="2" hasCustomPrompt="1"/>
          </p:nvPr>
        </p:nvSpPr>
        <p:spPr>
          <a:xfrm>
            <a:off x="892278" y="1599275"/>
            <a:ext cx="817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latin typeface="Days One"/>
                <a:ea typeface="Days One"/>
                <a:cs typeface="Days One"/>
                <a:sym typeface="Days 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txBox="1">
            <a:spLocks noGrp="1"/>
          </p:cNvSpPr>
          <p:nvPr>
            <p:ph type="subTitle" idx="1"/>
          </p:nvPr>
        </p:nvSpPr>
        <p:spPr>
          <a:xfrm>
            <a:off x="1760903" y="226200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6" name="Google Shape;76;p13"/>
          <p:cNvSpPr txBox="1">
            <a:spLocks noGrp="1"/>
          </p:cNvSpPr>
          <p:nvPr>
            <p:ph type="title" idx="3"/>
          </p:nvPr>
        </p:nvSpPr>
        <p:spPr>
          <a:xfrm>
            <a:off x="1760916" y="3372696"/>
            <a:ext cx="2336400" cy="5595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7" name="Google Shape;77;p13"/>
          <p:cNvSpPr txBox="1">
            <a:spLocks noGrp="1"/>
          </p:cNvSpPr>
          <p:nvPr>
            <p:ph type="title" idx="4" hasCustomPrompt="1"/>
          </p:nvPr>
        </p:nvSpPr>
        <p:spPr>
          <a:xfrm>
            <a:off x="892278" y="3404550"/>
            <a:ext cx="817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latin typeface="Days One"/>
                <a:ea typeface="Days One"/>
                <a:cs typeface="Days One"/>
                <a:sym typeface="Days 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a:spLocks noGrp="1"/>
          </p:cNvSpPr>
          <p:nvPr>
            <p:ph type="subTitle" idx="5"/>
          </p:nvPr>
        </p:nvSpPr>
        <p:spPr>
          <a:xfrm>
            <a:off x="1760903" y="405947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9" name="Google Shape;79;p13"/>
          <p:cNvSpPr txBox="1">
            <a:spLocks noGrp="1"/>
          </p:cNvSpPr>
          <p:nvPr>
            <p:ph type="title" idx="6"/>
          </p:nvPr>
        </p:nvSpPr>
        <p:spPr>
          <a:xfrm>
            <a:off x="5570917" y="1567475"/>
            <a:ext cx="2680800" cy="550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0" name="Google Shape;80;p13"/>
          <p:cNvSpPr txBox="1">
            <a:spLocks noGrp="1"/>
          </p:cNvSpPr>
          <p:nvPr>
            <p:ph type="title" idx="7" hasCustomPrompt="1"/>
          </p:nvPr>
        </p:nvSpPr>
        <p:spPr>
          <a:xfrm>
            <a:off x="4697103" y="1590375"/>
            <a:ext cx="817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latin typeface="Days One"/>
                <a:ea typeface="Days One"/>
                <a:cs typeface="Days One"/>
                <a:sym typeface="Days 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a:spLocks noGrp="1"/>
          </p:cNvSpPr>
          <p:nvPr>
            <p:ph type="subTitle" idx="8"/>
          </p:nvPr>
        </p:nvSpPr>
        <p:spPr>
          <a:xfrm>
            <a:off x="5570903" y="225310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2" name="Google Shape;82;p13"/>
          <p:cNvSpPr txBox="1">
            <a:spLocks noGrp="1"/>
          </p:cNvSpPr>
          <p:nvPr>
            <p:ph type="title" idx="9"/>
          </p:nvPr>
        </p:nvSpPr>
        <p:spPr>
          <a:xfrm>
            <a:off x="5570922" y="3372696"/>
            <a:ext cx="2680800" cy="5595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3" name="Google Shape;83;p13"/>
          <p:cNvSpPr txBox="1">
            <a:spLocks noGrp="1"/>
          </p:cNvSpPr>
          <p:nvPr>
            <p:ph type="title" idx="13" hasCustomPrompt="1"/>
          </p:nvPr>
        </p:nvSpPr>
        <p:spPr>
          <a:xfrm>
            <a:off x="4697103" y="3379775"/>
            <a:ext cx="817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latin typeface="Days One"/>
                <a:ea typeface="Days One"/>
                <a:cs typeface="Days One"/>
                <a:sym typeface="Days 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a:spLocks noGrp="1"/>
          </p:cNvSpPr>
          <p:nvPr>
            <p:ph type="subTitle" idx="14"/>
          </p:nvPr>
        </p:nvSpPr>
        <p:spPr>
          <a:xfrm>
            <a:off x="5570903" y="405947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5" name="Google Shape;85;p13"/>
          <p:cNvSpPr txBox="1">
            <a:spLocks noGrp="1"/>
          </p:cNvSpPr>
          <p:nvPr>
            <p:ph type="title" idx="15"/>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BLANK_1_2">
    <p:bg>
      <p:bgPr>
        <a:gradFill>
          <a:gsLst>
            <a:gs pos="0">
              <a:schemeClr val="accent1"/>
            </a:gs>
            <a:gs pos="79000">
              <a:schemeClr val="lt1"/>
            </a:gs>
            <a:gs pos="100000">
              <a:schemeClr val="accent6"/>
            </a:gs>
          </a:gsLst>
          <a:lin ang="13500032" scaled="0"/>
        </a:gradFill>
        <a:effectLst/>
      </p:bgPr>
    </p:bg>
    <p:spTree>
      <p:nvGrpSpPr>
        <p:cNvPr id="1" name="Shape 86"/>
        <p:cNvGrpSpPr/>
        <p:nvPr/>
      </p:nvGrpSpPr>
      <p:grpSpPr>
        <a:xfrm>
          <a:off x="0" y="0"/>
          <a:ext cx="0" cy="0"/>
          <a:chOff x="0" y="0"/>
          <a:chExt cx="0" cy="0"/>
        </a:xfrm>
      </p:grpSpPr>
      <p:sp>
        <p:nvSpPr>
          <p:cNvPr id="87" name="Google Shape;87;p14"/>
          <p:cNvSpPr/>
          <p:nvPr/>
        </p:nvSpPr>
        <p:spPr>
          <a:xfrm rot="-5400000">
            <a:off x="7679875" y="3482370"/>
            <a:ext cx="2680775" cy="2691455"/>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p:nvPr/>
        </p:nvSpPr>
        <p:spPr>
          <a:xfrm rot="4243771" flipH="1">
            <a:off x="-194550" y="-392963"/>
            <a:ext cx="1815550" cy="2096189"/>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gradFill>
            <a:gsLst>
              <a:gs pos="0">
                <a:srgbClr val="FFFFFF">
                  <a:alpha val="0"/>
                  <a:alpha val="0"/>
                </a:srgbClr>
              </a:gs>
              <a:gs pos="100000">
                <a:srgbClr val="FFFFFF">
                  <a:alpha val="28235"/>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a:hlinkClick r:id="rId2" action="ppaction://hlinksldjump"/>
          </p:cNvPr>
          <p:cNvSpPr txBox="1">
            <a:spLocks noGrp="1"/>
          </p:cNvSpPr>
          <p:nvPr>
            <p:ph type="title"/>
          </p:nvPr>
        </p:nvSpPr>
        <p:spPr>
          <a:xfrm>
            <a:off x="2437975" y="1491400"/>
            <a:ext cx="2510400" cy="720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0" name="Google Shape;90;p14">
            <a:hlinkClick r:id="rId2" action="ppaction://hlinksldjump"/>
          </p:cNvPr>
          <p:cNvSpPr txBox="1">
            <a:spLocks noGrp="1"/>
          </p:cNvSpPr>
          <p:nvPr>
            <p:ph type="title" idx="2" hasCustomPrompt="1"/>
          </p:nvPr>
        </p:nvSpPr>
        <p:spPr>
          <a:xfrm>
            <a:off x="1491503" y="1599275"/>
            <a:ext cx="8172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2"/>
                </a:solidFill>
                <a:latin typeface="Days One"/>
                <a:ea typeface="Days One"/>
                <a:cs typeface="Days One"/>
                <a:sym typeface="Days 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4">
            <a:hlinkClick r:id="rId2" action="ppaction://hlinksldjump"/>
          </p:cNvPr>
          <p:cNvSpPr txBox="1">
            <a:spLocks noGrp="1"/>
          </p:cNvSpPr>
          <p:nvPr>
            <p:ph type="subTitle" idx="1"/>
          </p:nvPr>
        </p:nvSpPr>
        <p:spPr>
          <a:xfrm>
            <a:off x="5084091" y="1599275"/>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2" name="Google Shape;92;p14">
            <a:hlinkClick r:id="rId2" action="ppaction://hlinksldjump"/>
          </p:cNvPr>
          <p:cNvSpPr txBox="1">
            <a:spLocks noGrp="1"/>
          </p:cNvSpPr>
          <p:nvPr>
            <p:ph type="title" idx="3"/>
          </p:nvPr>
        </p:nvSpPr>
        <p:spPr>
          <a:xfrm>
            <a:off x="2437975" y="2583425"/>
            <a:ext cx="2514600" cy="720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3" name="Google Shape;93;p14">
            <a:hlinkClick r:id="rId2" action="ppaction://hlinksldjump"/>
          </p:cNvPr>
          <p:cNvSpPr txBox="1">
            <a:spLocks noGrp="1"/>
          </p:cNvSpPr>
          <p:nvPr>
            <p:ph type="title" idx="4" hasCustomPrompt="1"/>
          </p:nvPr>
        </p:nvSpPr>
        <p:spPr>
          <a:xfrm>
            <a:off x="1491503" y="2685563"/>
            <a:ext cx="8172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2"/>
                </a:solidFill>
                <a:latin typeface="Days One"/>
                <a:ea typeface="Days One"/>
                <a:cs typeface="Days One"/>
                <a:sym typeface="Days 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4">
            <a:hlinkClick r:id="rId2" action="ppaction://hlinksldjump"/>
          </p:cNvPr>
          <p:cNvSpPr txBox="1">
            <a:spLocks noGrp="1"/>
          </p:cNvSpPr>
          <p:nvPr>
            <p:ph type="subTitle" idx="5"/>
          </p:nvPr>
        </p:nvSpPr>
        <p:spPr>
          <a:xfrm>
            <a:off x="5084091" y="2701382"/>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5" name="Google Shape;95;p14">
            <a:hlinkClick r:id="rId2" action="ppaction://hlinksldjump"/>
          </p:cNvPr>
          <p:cNvSpPr txBox="1">
            <a:spLocks noGrp="1"/>
          </p:cNvSpPr>
          <p:nvPr>
            <p:ph type="title" idx="6"/>
          </p:nvPr>
        </p:nvSpPr>
        <p:spPr>
          <a:xfrm>
            <a:off x="2437975" y="3675300"/>
            <a:ext cx="2514600" cy="720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6" name="Google Shape;96;p14">
            <a:hlinkClick r:id="rId2" action="ppaction://hlinksldjump"/>
          </p:cNvPr>
          <p:cNvSpPr txBox="1">
            <a:spLocks noGrp="1"/>
          </p:cNvSpPr>
          <p:nvPr>
            <p:ph type="title" idx="7" hasCustomPrompt="1"/>
          </p:nvPr>
        </p:nvSpPr>
        <p:spPr>
          <a:xfrm>
            <a:off x="1491503" y="3783550"/>
            <a:ext cx="8172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2"/>
                </a:solidFill>
                <a:latin typeface="Days One"/>
                <a:ea typeface="Days One"/>
                <a:cs typeface="Days One"/>
                <a:sym typeface="Days 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4">
            <a:hlinkClick r:id="rId2" action="ppaction://hlinksldjump"/>
          </p:cNvPr>
          <p:cNvSpPr txBox="1">
            <a:spLocks noGrp="1"/>
          </p:cNvSpPr>
          <p:nvPr>
            <p:ph type="subTitle" idx="8"/>
          </p:nvPr>
        </p:nvSpPr>
        <p:spPr>
          <a:xfrm>
            <a:off x="5084091" y="3786125"/>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8" name="Google Shape;98;p14"/>
          <p:cNvSpPr txBox="1">
            <a:spLocks noGrp="1"/>
          </p:cNvSpPr>
          <p:nvPr>
            <p:ph type="title" idx="9"/>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1">
  <p:cSld name="MAIN_POINT_1">
    <p:bg>
      <p:bgPr>
        <a:gradFill>
          <a:gsLst>
            <a:gs pos="0">
              <a:schemeClr val="accent1"/>
            </a:gs>
            <a:gs pos="79000">
              <a:schemeClr val="lt1"/>
            </a:gs>
            <a:gs pos="100000">
              <a:schemeClr val="accent6"/>
            </a:gs>
          </a:gsLst>
          <a:lin ang="2698631" scaled="0"/>
        </a:gradFill>
        <a:effectLst/>
      </p:bgPr>
    </p:bg>
    <p:spTree>
      <p:nvGrpSpPr>
        <p:cNvPr id="1" name="Shape 99"/>
        <p:cNvGrpSpPr/>
        <p:nvPr/>
      </p:nvGrpSpPr>
      <p:grpSpPr>
        <a:xfrm>
          <a:off x="0" y="0"/>
          <a:ext cx="0" cy="0"/>
          <a:chOff x="0" y="0"/>
          <a:chExt cx="0" cy="0"/>
        </a:xfrm>
      </p:grpSpPr>
      <p:sp>
        <p:nvSpPr>
          <p:cNvPr id="100" name="Google Shape;100;p15"/>
          <p:cNvSpPr/>
          <p:nvPr/>
        </p:nvSpPr>
        <p:spPr>
          <a:xfrm rot="10800000">
            <a:off x="-2132275" y="301857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chemeClr val="lt2">
                  <a:alpha val="28130"/>
                </a:schemeClr>
              </a:gs>
              <a:gs pos="100000">
                <a:srgbClr val="FFFFFF">
                  <a:alpha val="10980"/>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rot="10800000">
            <a:off x="7131150" y="-226612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chemeClr val="lt2">
                  <a:alpha val="28130"/>
                </a:schemeClr>
              </a:gs>
              <a:gs pos="100000">
                <a:srgbClr val="FFFFFF">
                  <a:alpha val="10980"/>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txBox="1">
            <a:spLocks noGrp="1"/>
          </p:cNvSpPr>
          <p:nvPr>
            <p:ph type="title"/>
          </p:nvPr>
        </p:nvSpPr>
        <p:spPr>
          <a:xfrm>
            <a:off x="1262100" y="1307100"/>
            <a:ext cx="6619800" cy="2529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80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1">
  <p:cSld name="BIG_NUMBER_1">
    <p:bg>
      <p:bgPr>
        <a:gradFill>
          <a:gsLst>
            <a:gs pos="0">
              <a:schemeClr val="accent1"/>
            </a:gs>
            <a:gs pos="79000">
              <a:schemeClr val="lt1"/>
            </a:gs>
            <a:gs pos="100000">
              <a:schemeClr val="accent6"/>
            </a:gs>
          </a:gsLst>
          <a:lin ang="8099331" scaled="0"/>
        </a:gradFill>
        <a:effectLst/>
      </p:bgPr>
    </p:bg>
    <p:spTree>
      <p:nvGrpSpPr>
        <p:cNvPr id="1" name="Shape 103"/>
        <p:cNvGrpSpPr/>
        <p:nvPr/>
      </p:nvGrpSpPr>
      <p:grpSpPr>
        <a:xfrm>
          <a:off x="0" y="0"/>
          <a:ext cx="0" cy="0"/>
          <a:chOff x="0" y="0"/>
          <a:chExt cx="0" cy="0"/>
        </a:xfrm>
      </p:grpSpPr>
      <p:sp>
        <p:nvSpPr>
          <p:cNvPr id="104" name="Google Shape;104;p16"/>
          <p:cNvSpPr/>
          <p:nvPr/>
        </p:nvSpPr>
        <p:spPr>
          <a:xfrm rot="10800000" flipH="1">
            <a:off x="7221950" y="-193881"/>
            <a:ext cx="2065727" cy="241307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
          <p:cNvSpPr/>
          <p:nvPr/>
        </p:nvSpPr>
        <p:spPr>
          <a:xfrm flipH="1">
            <a:off x="-188500" y="2758869"/>
            <a:ext cx="2065727" cy="241307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6"/>
          <p:cNvSpPr/>
          <p:nvPr/>
        </p:nvSpPr>
        <p:spPr>
          <a:xfrm rot="-5400000" flipH="1">
            <a:off x="-923181" y="-1135774"/>
            <a:ext cx="2702570" cy="2687231"/>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6"/>
          <p:cNvSpPr/>
          <p:nvPr/>
        </p:nvSpPr>
        <p:spPr>
          <a:xfrm rot="5400000" flipH="1">
            <a:off x="7382544" y="3255238"/>
            <a:ext cx="2702570" cy="2687231"/>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6"/>
          <p:cNvSpPr txBox="1">
            <a:spLocks noGrp="1"/>
          </p:cNvSpPr>
          <p:nvPr>
            <p:ph type="title" hasCustomPrompt="1"/>
          </p:nvPr>
        </p:nvSpPr>
        <p:spPr>
          <a:xfrm>
            <a:off x="713225" y="1558475"/>
            <a:ext cx="4629900" cy="1511100"/>
          </a:xfrm>
          <a:prstGeom prst="rect">
            <a:avLst/>
          </a:prstGeom>
        </p:spPr>
        <p:txBody>
          <a:bodyPr spcFirstLastPara="1" wrap="square" lIns="91425" tIns="91425" rIns="91425" bIns="91425" anchor="b" anchorCtr="0">
            <a:noAutofit/>
          </a:bodyPr>
          <a:lstStyle>
            <a:lvl1pPr lvl="0" rtl="0">
              <a:spcBef>
                <a:spcPts val="0"/>
              </a:spcBef>
              <a:spcAft>
                <a:spcPts val="0"/>
              </a:spcAft>
              <a:buSzPts val="9600"/>
              <a:buNone/>
              <a:defRPr sz="9600">
                <a:solidFill>
                  <a:schemeClr val="lt2"/>
                </a:solidFill>
                <a:latin typeface="Days One"/>
                <a:ea typeface="Days One"/>
                <a:cs typeface="Days One"/>
                <a:sym typeface="Days One"/>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109" name="Google Shape;109;p16"/>
          <p:cNvSpPr txBox="1">
            <a:spLocks noGrp="1"/>
          </p:cNvSpPr>
          <p:nvPr>
            <p:ph type="subTitle" idx="1"/>
          </p:nvPr>
        </p:nvSpPr>
        <p:spPr>
          <a:xfrm>
            <a:off x="713225" y="3069625"/>
            <a:ext cx="46299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1">
  <p:cSld name="CAPTION_ONLY_1">
    <p:bg>
      <p:bgPr>
        <a:gradFill>
          <a:gsLst>
            <a:gs pos="0">
              <a:schemeClr val="accent1"/>
            </a:gs>
            <a:gs pos="79000">
              <a:schemeClr val="lt1"/>
            </a:gs>
            <a:gs pos="100000">
              <a:schemeClr val="accent6"/>
            </a:gs>
          </a:gsLst>
          <a:lin ang="18900732" scaled="0"/>
        </a:gradFill>
        <a:effectLst/>
      </p:bgPr>
    </p:bg>
    <p:spTree>
      <p:nvGrpSpPr>
        <p:cNvPr id="1" name="Shape 110"/>
        <p:cNvGrpSpPr/>
        <p:nvPr/>
      </p:nvGrpSpPr>
      <p:grpSpPr>
        <a:xfrm>
          <a:off x="0" y="0"/>
          <a:ext cx="0" cy="0"/>
          <a:chOff x="0" y="0"/>
          <a:chExt cx="0" cy="0"/>
        </a:xfrm>
      </p:grpSpPr>
      <p:sp>
        <p:nvSpPr>
          <p:cNvPr id="111" name="Google Shape;111;p17"/>
          <p:cNvSpPr txBox="1">
            <a:spLocks noGrp="1"/>
          </p:cNvSpPr>
          <p:nvPr>
            <p:ph type="title"/>
          </p:nvPr>
        </p:nvSpPr>
        <p:spPr>
          <a:xfrm>
            <a:off x="720000" y="3173850"/>
            <a:ext cx="4979400" cy="14346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200">
                <a:solidFill>
                  <a:schemeClr val="lt2"/>
                </a:solidFill>
                <a:latin typeface="Days One"/>
                <a:ea typeface="Days One"/>
                <a:cs typeface="Days One"/>
                <a:sym typeface="Days 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BLANK_1_1">
    <p:bg>
      <p:bgPr>
        <a:gradFill>
          <a:gsLst>
            <a:gs pos="0">
              <a:schemeClr val="accent1"/>
            </a:gs>
            <a:gs pos="79000">
              <a:schemeClr val="lt1"/>
            </a:gs>
            <a:gs pos="100000">
              <a:schemeClr val="accent6"/>
            </a:gs>
          </a:gsLst>
          <a:lin ang="8099331" scaled="0"/>
        </a:gradFill>
        <a:effectLst/>
      </p:bgPr>
    </p:bg>
    <p:spTree>
      <p:nvGrpSpPr>
        <p:cNvPr id="1" name="Shape 112"/>
        <p:cNvGrpSpPr/>
        <p:nvPr/>
      </p:nvGrpSpPr>
      <p:grpSpPr>
        <a:xfrm>
          <a:off x="0" y="0"/>
          <a:ext cx="0" cy="0"/>
          <a:chOff x="0" y="0"/>
          <a:chExt cx="0" cy="0"/>
        </a:xfrm>
      </p:grpSpPr>
      <p:sp>
        <p:nvSpPr>
          <p:cNvPr id="113" name="Google Shape;113;p18"/>
          <p:cNvSpPr/>
          <p:nvPr/>
        </p:nvSpPr>
        <p:spPr>
          <a:xfrm>
            <a:off x="-1350375" y="-1771650"/>
            <a:ext cx="3551565" cy="3565714"/>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8"/>
          <p:cNvSpPr/>
          <p:nvPr/>
        </p:nvSpPr>
        <p:spPr>
          <a:xfrm rot="5400000">
            <a:off x="-556707" y="2728814"/>
            <a:ext cx="2762771" cy="3227472"/>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8"/>
          <p:cNvSpPr/>
          <p:nvPr/>
        </p:nvSpPr>
        <p:spPr>
          <a:xfrm rot="3719961">
            <a:off x="6125789" y="-1513239"/>
            <a:ext cx="3066313" cy="3048910"/>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8"/>
          <p:cNvSpPr txBox="1">
            <a:spLocks noGrp="1"/>
          </p:cNvSpPr>
          <p:nvPr>
            <p:ph type="title"/>
          </p:nvPr>
        </p:nvSpPr>
        <p:spPr>
          <a:xfrm>
            <a:off x="3865000" y="4076600"/>
            <a:ext cx="4563900" cy="53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1800">
                <a:solidFill>
                  <a:schemeClr val="lt2"/>
                </a:solidFill>
                <a:latin typeface="Days One"/>
                <a:ea typeface="Days One"/>
                <a:cs typeface="Days One"/>
                <a:sym typeface="Days 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17" name="Google Shape;117;p18"/>
          <p:cNvSpPr txBox="1">
            <a:spLocks noGrp="1"/>
          </p:cNvSpPr>
          <p:nvPr>
            <p:ph type="subTitle" idx="1"/>
          </p:nvPr>
        </p:nvSpPr>
        <p:spPr>
          <a:xfrm>
            <a:off x="3314700" y="1886950"/>
            <a:ext cx="5114400" cy="2114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500"/>
              <a:buNone/>
              <a:defRPr sz="2900">
                <a:solidFill>
                  <a:schemeClr val="lt2"/>
                </a:solidFill>
                <a:latin typeface="Lato"/>
                <a:ea typeface="Lato"/>
                <a:cs typeface="Lato"/>
                <a:sym typeface="Lato"/>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1">
  <p:cSld name="BLANK_1_1_1">
    <p:bg>
      <p:bgPr>
        <a:gradFill>
          <a:gsLst>
            <a:gs pos="0">
              <a:schemeClr val="accent1"/>
            </a:gs>
            <a:gs pos="79000">
              <a:schemeClr val="lt1"/>
            </a:gs>
            <a:gs pos="100000">
              <a:schemeClr val="accent6"/>
            </a:gs>
          </a:gsLst>
          <a:lin ang="2698631" scaled="0"/>
        </a:gradFill>
        <a:effectLst/>
      </p:bgPr>
    </p:bg>
    <p:spTree>
      <p:nvGrpSpPr>
        <p:cNvPr id="1" name="Shape 118"/>
        <p:cNvGrpSpPr/>
        <p:nvPr/>
      </p:nvGrpSpPr>
      <p:grpSpPr>
        <a:xfrm>
          <a:off x="0" y="0"/>
          <a:ext cx="0" cy="0"/>
          <a:chOff x="0" y="0"/>
          <a:chExt cx="0" cy="0"/>
        </a:xfrm>
      </p:grpSpPr>
      <p:sp>
        <p:nvSpPr>
          <p:cNvPr id="119" name="Google Shape;119;p19"/>
          <p:cNvSpPr/>
          <p:nvPr/>
        </p:nvSpPr>
        <p:spPr>
          <a:xfrm flipH="1">
            <a:off x="6832100" y="-1771650"/>
            <a:ext cx="3551565" cy="3565714"/>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9"/>
          <p:cNvSpPr/>
          <p:nvPr/>
        </p:nvSpPr>
        <p:spPr>
          <a:xfrm rot="-5400000" flipH="1">
            <a:off x="6827226" y="2728814"/>
            <a:ext cx="2762771" cy="3227472"/>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9"/>
          <p:cNvSpPr/>
          <p:nvPr/>
        </p:nvSpPr>
        <p:spPr>
          <a:xfrm rot="-3719961" flipH="1">
            <a:off x="-158812" y="-1513239"/>
            <a:ext cx="3066313" cy="3048910"/>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9"/>
          <p:cNvSpPr txBox="1">
            <a:spLocks noGrp="1"/>
          </p:cNvSpPr>
          <p:nvPr>
            <p:ph type="title"/>
          </p:nvPr>
        </p:nvSpPr>
        <p:spPr>
          <a:xfrm>
            <a:off x="713225" y="3452425"/>
            <a:ext cx="3136800" cy="531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1800">
                <a:solidFill>
                  <a:schemeClr val="lt2"/>
                </a:solidFill>
                <a:latin typeface="Days One"/>
                <a:ea typeface="Days One"/>
                <a:cs typeface="Days One"/>
                <a:sym typeface="Days 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3" name="Google Shape;123;p19"/>
          <p:cNvSpPr txBox="1">
            <a:spLocks noGrp="1"/>
          </p:cNvSpPr>
          <p:nvPr>
            <p:ph type="subTitle" idx="1"/>
          </p:nvPr>
        </p:nvSpPr>
        <p:spPr>
          <a:xfrm>
            <a:off x="713225" y="1262775"/>
            <a:ext cx="5114400" cy="211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None/>
              <a:defRPr sz="2900">
                <a:solidFill>
                  <a:schemeClr val="lt2"/>
                </a:solidFill>
                <a:latin typeface="Lato"/>
                <a:ea typeface="Lato"/>
                <a:cs typeface="Lato"/>
                <a:sym typeface="Lato"/>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CUSTOM">
    <p:bg>
      <p:bgPr>
        <a:gradFill>
          <a:gsLst>
            <a:gs pos="0">
              <a:schemeClr val="accent1"/>
            </a:gs>
            <a:gs pos="79000">
              <a:schemeClr val="lt1"/>
            </a:gs>
            <a:gs pos="100000">
              <a:schemeClr val="accent6"/>
            </a:gs>
          </a:gsLst>
          <a:lin ang="18900044" scaled="0"/>
        </a:gradFill>
        <a:effectLst/>
      </p:bgPr>
    </p:bg>
    <p:spTree>
      <p:nvGrpSpPr>
        <p:cNvPr id="1" name="Shape 124"/>
        <p:cNvGrpSpPr/>
        <p:nvPr/>
      </p:nvGrpSpPr>
      <p:grpSpPr>
        <a:xfrm>
          <a:off x="0" y="0"/>
          <a:ext cx="0" cy="0"/>
          <a:chOff x="0" y="0"/>
          <a:chExt cx="0" cy="0"/>
        </a:xfrm>
      </p:grpSpPr>
      <p:sp>
        <p:nvSpPr>
          <p:cNvPr id="125" name="Google Shape;125;p20"/>
          <p:cNvSpPr/>
          <p:nvPr/>
        </p:nvSpPr>
        <p:spPr>
          <a:xfrm>
            <a:off x="7131150" y="-226612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0"/>
          <p:cNvSpPr/>
          <p:nvPr/>
        </p:nvSpPr>
        <p:spPr>
          <a:xfrm>
            <a:off x="-2132275" y="301857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0"/>
          <p:cNvSpPr/>
          <p:nvPr/>
        </p:nvSpPr>
        <p:spPr>
          <a:xfrm rot="1700207">
            <a:off x="6864111" y="2679832"/>
            <a:ext cx="2803921" cy="327539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0"/>
          <p:cNvSpPr/>
          <p:nvPr/>
        </p:nvSpPr>
        <p:spPr>
          <a:xfrm rot="-9454994">
            <a:off x="-323737" y="-1234466"/>
            <a:ext cx="3492326" cy="4079689"/>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0"/>
          <p:cNvSpPr txBox="1">
            <a:spLocks noGrp="1"/>
          </p:cNvSpPr>
          <p:nvPr>
            <p:ph type="subTitle" idx="1"/>
          </p:nvPr>
        </p:nvSpPr>
        <p:spPr>
          <a:xfrm>
            <a:off x="1844550" y="3190638"/>
            <a:ext cx="5454900" cy="61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20"/>
          <p:cNvSpPr txBox="1">
            <a:spLocks noGrp="1"/>
          </p:cNvSpPr>
          <p:nvPr>
            <p:ph type="title"/>
          </p:nvPr>
        </p:nvSpPr>
        <p:spPr>
          <a:xfrm>
            <a:off x="720000" y="1337263"/>
            <a:ext cx="7704000" cy="154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120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5">
  <p:cSld name="CUSTOM_4">
    <p:bg>
      <p:bgPr>
        <a:gradFill>
          <a:gsLst>
            <a:gs pos="0">
              <a:schemeClr val="accent1"/>
            </a:gs>
            <a:gs pos="79000">
              <a:schemeClr val="lt1"/>
            </a:gs>
            <a:gs pos="100000">
              <a:schemeClr val="accent6"/>
            </a:gs>
          </a:gsLst>
          <a:lin ang="2698631" scaled="0"/>
        </a:gradFill>
        <a:effectLst/>
      </p:bgPr>
    </p:bg>
    <p:spTree>
      <p:nvGrpSpPr>
        <p:cNvPr id="1" name="Shape 131"/>
        <p:cNvGrpSpPr/>
        <p:nvPr/>
      </p:nvGrpSpPr>
      <p:grpSpPr>
        <a:xfrm>
          <a:off x="0" y="0"/>
          <a:ext cx="0" cy="0"/>
          <a:chOff x="0" y="0"/>
          <a:chExt cx="0" cy="0"/>
        </a:xfrm>
      </p:grpSpPr>
      <p:sp>
        <p:nvSpPr>
          <p:cNvPr id="132" name="Google Shape;132;p21"/>
          <p:cNvSpPr txBox="1">
            <a:spLocks noGrp="1"/>
          </p:cNvSpPr>
          <p:nvPr>
            <p:ph type="subTitle" idx="1"/>
          </p:nvPr>
        </p:nvSpPr>
        <p:spPr>
          <a:xfrm>
            <a:off x="713225" y="3190650"/>
            <a:ext cx="4356300" cy="61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3" name="Google Shape;133;p21"/>
          <p:cNvSpPr txBox="1">
            <a:spLocks noGrp="1"/>
          </p:cNvSpPr>
          <p:nvPr>
            <p:ph type="title"/>
          </p:nvPr>
        </p:nvSpPr>
        <p:spPr>
          <a:xfrm>
            <a:off x="720000" y="1337275"/>
            <a:ext cx="5179500" cy="15492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96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4" name="Google Shape;134;p21"/>
          <p:cNvSpPr/>
          <p:nvPr/>
        </p:nvSpPr>
        <p:spPr>
          <a:xfrm rot="5400000">
            <a:off x="6067275" y="-1569762"/>
            <a:ext cx="4954084" cy="4973820"/>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135;p21"/>
          <p:cNvGrpSpPr/>
          <p:nvPr/>
        </p:nvGrpSpPr>
        <p:grpSpPr>
          <a:xfrm rot="10800000">
            <a:off x="4894308" y="3283225"/>
            <a:ext cx="2856778" cy="2850819"/>
            <a:chOff x="7193640" y="535000"/>
            <a:chExt cx="1450362" cy="1447410"/>
          </a:xfrm>
        </p:grpSpPr>
        <p:sp>
          <p:nvSpPr>
            <p:cNvPr id="136" name="Google Shape;136;p21"/>
            <p:cNvSpPr/>
            <p:nvPr/>
          </p:nvSpPr>
          <p:spPr>
            <a:xfrm>
              <a:off x="8222280" y="600283"/>
              <a:ext cx="179093" cy="1316756"/>
            </a:xfrm>
            <a:custGeom>
              <a:avLst/>
              <a:gdLst/>
              <a:ahLst/>
              <a:cxnLst/>
              <a:rect l="l" t="t" r="r" b="b"/>
              <a:pathLst>
                <a:path w="2052" h="15087" extrusionOk="0">
                  <a:moveTo>
                    <a:pt x="2052" y="13741"/>
                  </a:moveTo>
                  <a:lnTo>
                    <a:pt x="2052" y="1347"/>
                  </a:lnTo>
                  <a:cubicBezTo>
                    <a:pt x="1438" y="799"/>
                    <a:pt x="747" y="346"/>
                    <a:pt x="0" y="0"/>
                  </a:cubicBezTo>
                  <a:lnTo>
                    <a:pt x="0" y="15087"/>
                  </a:lnTo>
                  <a:cubicBezTo>
                    <a:pt x="747" y="14742"/>
                    <a:pt x="1438" y="14288"/>
                    <a:pt x="2052" y="13741"/>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1"/>
            <p:cNvSpPr/>
            <p:nvPr/>
          </p:nvSpPr>
          <p:spPr>
            <a:xfrm>
              <a:off x="7960276" y="535000"/>
              <a:ext cx="179093" cy="1447323"/>
            </a:xfrm>
            <a:custGeom>
              <a:avLst/>
              <a:gdLst/>
              <a:ahLst/>
              <a:cxnLst/>
              <a:rect l="l" t="t" r="r" b="b"/>
              <a:pathLst>
                <a:path w="2052" h="16583" extrusionOk="0">
                  <a:moveTo>
                    <a:pt x="2052" y="16205"/>
                  </a:moveTo>
                  <a:lnTo>
                    <a:pt x="2052" y="378"/>
                  </a:lnTo>
                  <a:cubicBezTo>
                    <a:pt x="1387" y="166"/>
                    <a:pt x="697" y="40"/>
                    <a:pt x="0" y="0"/>
                  </a:cubicBezTo>
                  <a:lnTo>
                    <a:pt x="0" y="16583"/>
                  </a:lnTo>
                  <a:cubicBezTo>
                    <a:pt x="697" y="16544"/>
                    <a:pt x="1387" y="16417"/>
                    <a:pt x="2052" y="1620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1"/>
            <p:cNvSpPr/>
            <p:nvPr/>
          </p:nvSpPr>
          <p:spPr>
            <a:xfrm>
              <a:off x="8484197" y="805295"/>
              <a:ext cx="159805" cy="906726"/>
            </a:xfrm>
            <a:custGeom>
              <a:avLst/>
              <a:gdLst/>
              <a:ahLst/>
              <a:cxnLst/>
              <a:rect l="l" t="t" r="r" b="b"/>
              <a:pathLst>
                <a:path w="1831" h="10389" extrusionOk="0">
                  <a:moveTo>
                    <a:pt x="1828" y="5195"/>
                  </a:moveTo>
                  <a:cubicBezTo>
                    <a:pt x="1830" y="3305"/>
                    <a:pt x="1185" y="1472"/>
                    <a:pt x="1" y="1"/>
                  </a:cubicBezTo>
                  <a:lnTo>
                    <a:pt x="1" y="10388"/>
                  </a:lnTo>
                  <a:cubicBezTo>
                    <a:pt x="1186" y="8917"/>
                    <a:pt x="1830" y="7084"/>
                    <a:pt x="1828"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1"/>
            <p:cNvSpPr/>
            <p:nvPr/>
          </p:nvSpPr>
          <p:spPr>
            <a:xfrm>
              <a:off x="7193640" y="805295"/>
              <a:ext cx="159631" cy="906726"/>
            </a:xfrm>
            <a:custGeom>
              <a:avLst/>
              <a:gdLst/>
              <a:ahLst/>
              <a:cxnLst/>
              <a:rect l="l" t="t" r="r" b="b"/>
              <a:pathLst>
                <a:path w="1829" h="10389" extrusionOk="0">
                  <a:moveTo>
                    <a:pt x="3" y="5195"/>
                  </a:moveTo>
                  <a:cubicBezTo>
                    <a:pt x="1" y="7084"/>
                    <a:pt x="645" y="8917"/>
                    <a:pt x="1829" y="10388"/>
                  </a:cubicBezTo>
                  <a:lnTo>
                    <a:pt x="1829" y="1"/>
                  </a:lnTo>
                  <a:cubicBezTo>
                    <a:pt x="645" y="1472"/>
                    <a:pt x="1" y="3305"/>
                    <a:pt x="3"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1"/>
            <p:cNvSpPr/>
            <p:nvPr/>
          </p:nvSpPr>
          <p:spPr>
            <a:xfrm>
              <a:off x="7698272" y="535000"/>
              <a:ext cx="179093" cy="1447410"/>
            </a:xfrm>
            <a:custGeom>
              <a:avLst/>
              <a:gdLst/>
              <a:ahLst/>
              <a:cxnLst/>
              <a:rect l="l" t="t" r="r" b="b"/>
              <a:pathLst>
                <a:path w="2052" h="16584" extrusionOk="0">
                  <a:moveTo>
                    <a:pt x="2052" y="16584"/>
                  </a:moveTo>
                  <a:lnTo>
                    <a:pt x="2052" y="0"/>
                  </a:lnTo>
                  <a:cubicBezTo>
                    <a:pt x="1355" y="40"/>
                    <a:pt x="665" y="166"/>
                    <a:pt x="0" y="379"/>
                  </a:cubicBezTo>
                  <a:lnTo>
                    <a:pt x="0" y="16205"/>
                  </a:lnTo>
                  <a:cubicBezTo>
                    <a:pt x="665" y="16418"/>
                    <a:pt x="1355" y="16545"/>
                    <a:pt x="2052" y="16584"/>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1"/>
            <p:cNvSpPr/>
            <p:nvPr/>
          </p:nvSpPr>
          <p:spPr>
            <a:xfrm>
              <a:off x="7436268" y="600283"/>
              <a:ext cx="179093" cy="1316756"/>
            </a:xfrm>
            <a:custGeom>
              <a:avLst/>
              <a:gdLst/>
              <a:ahLst/>
              <a:cxnLst/>
              <a:rect l="l" t="t" r="r" b="b"/>
              <a:pathLst>
                <a:path w="2052" h="15087" extrusionOk="0">
                  <a:moveTo>
                    <a:pt x="0" y="13741"/>
                  </a:moveTo>
                  <a:cubicBezTo>
                    <a:pt x="614" y="14288"/>
                    <a:pt x="1305" y="14742"/>
                    <a:pt x="2052" y="15087"/>
                  </a:cubicBezTo>
                  <a:lnTo>
                    <a:pt x="2052" y="0"/>
                  </a:lnTo>
                  <a:cubicBezTo>
                    <a:pt x="1305" y="346"/>
                    <a:pt x="614" y="799"/>
                    <a:pt x="0" y="1347"/>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bg>
      <p:bgPr>
        <a:gradFill>
          <a:gsLst>
            <a:gs pos="0">
              <a:schemeClr val="accent1"/>
            </a:gs>
            <a:gs pos="79000">
              <a:schemeClr val="lt1"/>
            </a:gs>
            <a:gs pos="100000">
              <a:schemeClr val="accent6"/>
            </a:gs>
          </a:gsLst>
          <a:lin ang="18900732" scaled="0"/>
        </a:gradFill>
        <a:effectLst/>
      </p:bgPr>
    </p:bg>
    <p:spTree>
      <p:nvGrpSpPr>
        <p:cNvPr id="1" name="Shape 142"/>
        <p:cNvGrpSpPr/>
        <p:nvPr/>
      </p:nvGrpSpPr>
      <p:grpSpPr>
        <a:xfrm>
          <a:off x="0" y="0"/>
          <a:ext cx="0" cy="0"/>
          <a:chOff x="0" y="0"/>
          <a:chExt cx="0" cy="0"/>
        </a:xfrm>
      </p:grpSpPr>
      <p:sp>
        <p:nvSpPr>
          <p:cNvPr id="143" name="Google Shape;143;p22"/>
          <p:cNvSpPr/>
          <p:nvPr/>
        </p:nvSpPr>
        <p:spPr>
          <a:xfrm>
            <a:off x="6620650" y="2409026"/>
            <a:ext cx="2593954" cy="3030123"/>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2"/>
          <p:cNvSpPr/>
          <p:nvPr/>
        </p:nvSpPr>
        <p:spPr>
          <a:xfrm>
            <a:off x="-1040500" y="-991125"/>
            <a:ext cx="3074884" cy="3087133"/>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2"/>
          <p:cNvSpPr txBox="1">
            <a:spLocks noGrp="1"/>
          </p:cNvSpPr>
          <p:nvPr>
            <p:ph type="title"/>
          </p:nvPr>
        </p:nvSpPr>
        <p:spPr>
          <a:xfrm>
            <a:off x="1844950" y="1835525"/>
            <a:ext cx="4919400" cy="477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000">
                <a:solidFill>
                  <a:schemeClr val="lt2"/>
                </a:solidFill>
                <a:latin typeface="Days One"/>
                <a:ea typeface="Days One"/>
                <a:cs typeface="Days One"/>
                <a:sym typeface="Days 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6" name="Google Shape;146;p22"/>
          <p:cNvSpPr txBox="1">
            <a:spLocks noGrp="1"/>
          </p:cNvSpPr>
          <p:nvPr>
            <p:ph type="subTitle" idx="1"/>
          </p:nvPr>
        </p:nvSpPr>
        <p:spPr>
          <a:xfrm>
            <a:off x="1844950" y="2682250"/>
            <a:ext cx="4966200" cy="1143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1">
  <p:cSld name="CUSTOM_1">
    <p:bg>
      <p:bgPr>
        <a:gradFill>
          <a:gsLst>
            <a:gs pos="0">
              <a:schemeClr val="accent1"/>
            </a:gs>
            <a:gs pos="79000">
              <a:schemeClr val="lt1"/>
            </a:gs>
            <a:gs pos="100000">
              <a:schemeClr val="accent6"/>
            </a:gs>
          </a:gsLst>
          <a:lin ang="13500032" scaled="0"/>
        </a:gradFill>
        <a:effectLst/>
      </p:bgPr>
    </p:bg>
    <p:spTree>
      <p:nvGrpSpPr>
        <p:cNvPr id="1" name="Shape 147"/>
        <p:cNvGrpSpPr/>
        <p:nvPr/>
      </p:nvGrpSpPr>
      <p:grpSpPr>
        <a:xfrm>
          <a:off x="0" y="0"/>
          <a:ext cx="0" cy="0"/>
          <a:chOff x="0" y="0"/>
          <a:chExt cx="0" cy="0"/>
        </a:xfrm>
      </p:grpSpPr>
      <p:sp>
        <p:nvSpPr>
          <p:cNvPr id="148" name="Google Shape;148;p23"/>
          <p:cNvSpPr/>
          <p:nvPr/>
        </p:nvSpPr>
        <p:spPr>
          <a:xfrm>
            <a:off x="7131150" y="-226612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3"/>
          <p:cNvSpPr/>
          <p:nvPr/>
        </p:nvSpPr>
        <p:spPr>
          <a:xfrm>
            <a:off x="-2132275" y="301857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3"/>
          <p:cNvSpPr/>
          <p:nvPr/>
        </p:nvSpPr>
        <p:spPr>
          <a:xfrm rot="1700207">
            <a:off x="6864111" y="2679832"/>
            <a:ext cx="2803921" cy="327539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3"/>
          <p:cNvSpPr/>
          <p:nvPr/>
        </p:nvSpPr>
        <p:spPr>
          <a:xfrm rot="-9454994">
            <a:off x="-323737" y="-1234466"/>
            <a:ext cx="3492326" cy="4079689"/>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3"/>
          <p:cNvSpPr txBox="1">
            <a:spLocks noGrp="1"/>
          </p:cNvSpPr>
          <p:nvPr>
            <p:ph type="title"/>
          </p:nvPr>
        </p:nvSpPr>
        <p:spPr>
          <a:xfrm>
            <a:off x="4650250" y="1738325"/>
            <a:ext cx="3783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3" name="Google Shape;153;p23"/>
          <p:cNvSpPr txBox="1">
            <a:spLocks noGrp="1"/>
          </p:cNvSpPr>
          <p:nvPr>
            <p:ph type="subTitle" idx="1"/>
          </p:nvPr>
        </p:nvSpPr>
        <p:spPr>
          <a:xfrm>
            <a:off x="4650250" y="2347500"/>
            <a:ext cx="3154800" cy="1204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CUSTOM_1_1">
    <p:bg>
      <p:bgPr>
        <a:gradFill>
          <a:gsLst>
            <a:gs pos="0">
              <a:schemeClr val="accent1"/>
            </a:gs>
            <a:gs pos="79000">
              <a:schemeClr val="lt1"/>
            </a:gs>
            <a:gs pos="100000">
              <a:schemeClr val="accent6"/>
            </a:gs>
          </a:gsLst>
          <a:lin ang="18900044" scaled="0"/>
        </a:gradFill>
        <a:effectLst/>
      </p:bgPr>
    </p:bg>
    <p:spTree>
      <p:nvGrpSpPr>
        <p:cNvPr id="1" name="Shape 154"/>
        <p:cNvGrpSpPr/>
        <p:nvPr/>
      </p:nvGrpSpPr>
      <p:grpSpPr>
        <a:xfrm>
          <a:off x="0" y="0"/>
          <a:ext cx="0" cy="0"/>
          <a:chOff x="0" y="0"/>
          <a:chExt cx="0" cy="0"/>
        </a:xfrm>
      </p:grpSpPr>
      <p:sp>
        <p:nvSpPr>
          <p:cNvPr id="155" name="Google Shape;155;p24"/>
          <p:cNvSpPr/>
          <p:nvPr/>
        </p:nvSpPr>
        <p:spPr>
          <a:xfrm flipH="1">
            <a:off x="-2132275" y="-226612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4"/>
          <p:cNvSpPr/>
          <p:nvPr/>
        </p:nvSpPr>
        <p:spPr>
          <a:xfrm flipH="1">
            <a:off x="7131150" y="301857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4"/>
          <p:cNvSpPr/>
          <p:nvPr/>
        </p:nvSpPr>
        <p:spPr>
          <a:xfrm rot="-1700207" flipH="1">
            <a:off x="-446487" y="2679832"/>
            <a:ext cx="2803921" cy="327539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4"/>
          <p:cNvSpPr/>
          <p:nvPr/>
        </p:nvSpPr>
        <p:spPr>
          <a:xfrm rot="9454994" flipH="1">
            <a:off x="6052955" y="-1234466"/>
            <a:ext cx="3492326" cy="4079689"/>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4"/>
          <p:cNvSpPr txBox="1">
            <a:spLocks noGrp="1"/>
          </p:cNvSpPr>
          <p:nvPr>
            <p:ph type="title"/>
          </p:nvPr>
        </p:nvSpPr>
        <p:spPr>
          <a:xfrm flipH="1">
            <a:off x="761950" y="1770075"/>
            <a:ext cx="328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0" name="Google Shape;160;p24"/>
          <p:cNvSpPr txBox="1">
            <a:spLocks noGrp="1"/>
          </p:cNvSpPr>
          <p:nvPr>
            <p:ph type="subTitle" idx="1"/>
          </p:nvPr>
        </p:nvSpPr>
        <p:spPr>
          <a:xfrm flipH="1">
            <a:off x="762000" y="2369325"/>
            <a:ext cx="3077400" cy="108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3">
  <p:cSld name="CUSTOM_1_1_1">
    <p:bg>
      <p:bgPr>
        <a:gradFill>
          <a:gsLst>
            <a:gs pos="0">
              <a:schemeClr val="accent1"/>
            </a:gs>
            <a:gs pos="79000">
              <a:schemeClr val="lt1"/>
            </a:gs>
            <a:gs pos="100000">
              <a:schemeClr val="accent6"/>
            </a:gs>
          </a:gsLst>
          <a:lin ang="8099331" scaled="0"/>
        </a:gradFill>
        <a:effectLst/>
      </p:bgPr>
    </p:bg>
    <p:spTree>
      <p:nvGrpSpPr>
        <p:cNvPr id="1" name="Shape 161"/>
        <p:cNvGrpSpPr/>
        <p:nvPr/>
      </p:nvGrpSpPr>
      <p:grpSpPr>
        <a:xfrm>
          <a:off x="0" y="0"/>
          <a:ext cx="0" cy="0"/>
          <a:chOff x="0" y="0"/>
          <a:chExt cx="0" cy="0"/>
        </a:xfrm>
      </p:grpSpPr>
      <p:sp>
        <p:nvSpPr>
          <p:cNvPr id="162" name="Google Shape;162;p25"/>
          <p:cNvSpPr txBox="1">
            <a:spLocks noGrp="1"/>
          </p:cNvSpPr>
          <p:nvPr>
            <p:ph type="title"/>
          </p:nvPr>
        </p:nvSpPr>
        <p:spPr>
          <a:xfrm>
            <a:off x="4191862" y="1745250"/>
            <a:ext cx="315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3" name="Google Shape;163;p25"/>
          <p:cNvSpPr txBox="1">
            <a:spLocks noGrp="1"/>
          </p:cNvSpPr>
          <p:nvPr>
            <p:ph type="subTitle" idx="1"/>
          </p:nvPr>
        </p:nvSpPr>
        <p:spPr>
          <a:xfrm>
            <a:off x="4191862" y="2420700"/>
            <a:ext cx="3151500" cy="111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4" name="Google Shape;164;p25"/>
          <p:cNvSpPr/>
          <p:nvPr/>
        </p:nvSpPr>
        <p:spPr>
          <a:xfrm flipH="1">
            <a:off x="6173175" y="-1771650"/>
            <a:ext cx="3551565" cy="3565714"/>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5"/>
          <p:cNvSpPr/>
          <p:nvPr/>
        </p:nvSpPr>
        <p:spPr>
          <a:xfrm rot="-5400000" flipH="1">
            <a:off x="6168301" y="2728814"/>
            <a:ext cx="2762771" cy="3227472"/>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5"/>
          <p:cNvSpPr/>
          <p:nvPr/>
        </p:nvSpPr>
        <p:spPr>
          <a:xfrm rot="-3719961" flipH="1">
            <a:off x="-817737" y="-1513239"/>
            <a:ext cx="3066313" cy="3048910"/>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4">
  <p:cSld name="CUSTOM_1_1_1_4">
    <p:bg>
      <p:bgPr>
        <a:gradFill>
          <a:gsLst>
            <a:gs pos="0">
              <a:schemeClr val="accent1"/>
            </a:gs>
            <a:gs pos="79000">
              <a:schemeClr val="lt1"/>
            </a:gs>
            <a:gs pos="100000">
              <a:schemeClr val="accent6"/>
            </a:gs>
          </a:gsLst>
          <a:lin ang="8099331" scaled="0"/>
        </a:gradFill>
        <a:effectLst/>
      </p:bgPr>
    </p:bg>
    <p:spTree>
      <p:nvGrpSpPr>
        <p:cNvPr id="1" name="Shape 167"/>
        <p:cNvGrpSpPr/>
        <p:nvPr/>
      </p:nvGrpSpPr>
      <p:grpSpPr>
        <a:xfrm>
          <a:off x="0" y="0"/>
          <a:ext cx="0" cy="0"/>
          <a:chOff x="0" y="0"/>
          <a:chExt cx="0" cy="0"/>
        </a:xfrm>
      </p:grpSpPr>
      <p:sp>
        <p:nvSpPr>
          <p:cNvPr id="168" name="Google Shape;168;p26"/>
          <p:cNvSpPr/>
          <p:nvPr/>
        </p:nvSpPr>
        <p:spPr>
          <a:xfrm flipH="1">
            <a:off x="6820875" y="3467100"/>
            <a:ext cx="3551565" cy="3565714"/>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6"/>
          <p:cNvSpPr/>
          <p:nvPr/>
        </p:nvSpPr>
        <p:spPr>
          <a:xfrm rot="10800000" flipH="1">
            <a:off x="6567576" y="-203836"/>
            <a:ext cx="2762771" cy="3227472"/>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6"/>
          <p:cNvSpPr/>
          <p:nvPr/>
        </p:nvSpPr>
        <p:spPr>
          <a:xfrm rot="-5400000" flipH="1">
            <a:off x="-472898" y="-569852"/>
            <a:ext cx="2222321" cy="2209708"/>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txBox="1">
            <a:spLocks noGrp="1"/>
          </p:cNvSpPr>
          <p:nvPr>
            <p:ph type="title"/>
          </p:nvPr>
        </p:nvSpPr>
        <p:spPr>
          <a:xfrm>
            <a:off x="715100" y="1549000"/>
            <a:ext cx="4587600" cy="19164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200">
                <a:solidFill>
                  <a:schemeClr val="lt2"/>
                </a:solidFill>
                <a:latin typeface="Days One"/>
                <a:ea typeface="Days One"/>
                <a:cs typeface="Days One"/>
                <a:sym typeface="Days 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2" name="Google Shape;172;p26"/>
          <p:cNvSpPr txBox="1">
            <a:spLocks noGrp="1"/>
          </p:cNvSpPr>
          <p:nvPr>
            <p:ph type="subTitle" idx="1"/>
          </p:nvPr>
        </p:nvSpPr>
        <p:spPr>
          <a:xfrm>
            <a:off x="715100" y="3634200"/>
            <a:ext cx="4587600" cy="974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6">
  <p:cSld name="CUSTOM_1_1_1_4_1">
    <p:bg>
      <p:bgPr>
        <a:gradFill>
          <a:gsLst>
            <a:gs pos="0">
              <a:schemeClr val="accent1"/>
            </a:gs>
            <a:gs pos="79000">
              <a:schemeClr val="lt1"/>
            </a:gs>
            <a:gs pos="100000">
              <a:schemeClr val="accent6"/>
            </a:gs>
          </a:gsLst>
          <a:lin ang="18900732" scaled="0"/>
        </a:gradFill>
        <a:effectLst/>
      </p:bgPr>
    </p:bg>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4178100" y="1188275"/>
            <a:ext cx="4233000" cy="1699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200">
                <a:solidFill>
                  <a:schemeClr val="lt2"/>
                </a:solidFill>
                <a:latin typeface="Days One"/>
                <a:ea typeface="Days One"/>
                <a:cs typeface="Days One"/>
                <a:sym typeface="Days 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5" name="Google Shape;175;p27"/>
          <p:cNvSpPr txBox="1">
            <a:spLocks noGrp="1"/>
          </p:cNvSpPr>
          <p:nvPr>
            <p:ph type="subTitle" idx="1"/>
          </p:nvPr>
        </p:nvSpPr>
        <p:spPr>
          <a:xfrm>
            <a:off x="3823500" y="2981025"/>
            <a:ext cx="4587600" cy="974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6" name="Google Shape;176;p27"/>
          <p:cNvSpPr/>
          <p:nvPr/>
        </p:nvSpPr>
        <p:spPr>
          <a:xfrm flipH="1">
            <a:off x="7102475" y="-1704875"/>
            <a:ext cx="3551565" cy="3565714"/>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chemeClr val="lt2">
                  <a:alpha val="28130"/>
                </a:schemeClr>
              </a:gs>
              <a:gs pos="100000">
                <a:srgbClr val="FFFFFF">
                  <a:alpha val="10980"/>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7"/>
          <p:cNvSpPr/>
          <p:nvPr/>
        </p:nvSpPr>
        <p:spPr>
          <a:xfrm rot="5400000" flipH="1">
            <a:off x="-1580725" y="3077025"/>
            <a:ext cx="3551565" cy="3565714"/>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chemeClr val="lt2">
                  <a:alpha val="28130"/>
                </a:schemeClr>
              </a:gs>
              <a:gs pos="100000">
                <a:srgbClr val="FFFFFF">
                  <a:alpha val="10980"/>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1">
  <p:cSld name="CUSTOM_1_1_1_2">
    <p:bg>
      <p:bgPr>
        <a:gradFill>
          <a:gsLst>
            <a:gs pos="0">
              <a:schemeClr val="accent1"/>
            </a:gs>
            <a:gs pos="79000">
              <a:schemeClr val="lt1"/>
            </a:gs>
            <a:gs pos="100000">
              <a:schemeClr val="accent6"/>
            </a:gs>
          </a:gsLst>
          <a:lin ang="8099331" scaled="0"/>
        </a:gradFill>
        <a:effectLst/>
      </p:bgPr>
    </p:bg>
    <p:spTree>
      <p:nvGrpSpPr>
        <p:cNvPr id="1" name="Shape 178"/>
        <p:cNvGrpSpPr/>
        <p:nvPr/>
      </p:nvGrpSpPr>
      <p:grpSpPr>
        <a:xfrm>
          <a:off x="0" y="0"/>
          <a:ext cx="0" cy="0"/>
          <a:chOff x="0" y="0"/>
          <a:chExt cx="0" cy="0"/>
        </a:xfrm>
      </p:grpSpPr>
      <p:sp>
        <p:nvSpPr>
          <p:cNvPr id="179" name="Google Shape;179;p28"/>
          <p:cNvSpPr/>
          <p:nvPr/>
        </p:nvSpPr>
        <p:spPr>
          <a:xfrm flipH="1">
            <a:off x="7926154" y="3948325"/>
            <a:ext cx="3101598" cy="3113954"/>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8"/>
          <p:cNvSpPr/>
          <p:nvPr/>
        </p:nvSpPr>
        <p:spPr>
          <a:xfrm rot="3516704" flipH="1">
            <a:off x="-845983" y="-554629"/>
            <a:ext cx="3423889" cy="3999811"/>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8"/>
          <p:cNvSpPr/>
          <p:nvPr/>
        </p:nvSpPr>
        <p:spPr>
          <a:xfrm rot="-2126950" flipH="1">
            <a:off x="6889570" y="-1384093"/>
            <a:ext cx="2744644" cy="2729065"/>
          </a:xfrm>
          <a:custGeom>
            <a:avLst/>
            <a:gdLst/>
            <a:ahLst/>
            <a:cxnLst/>
            <a:rect l="l" t="t" r="r" b="b"/>
            <a:pathLst>
              <a:path w="41093" h="40861" extrusionOk="0">
                <a:moveTo>
                  <a:pt x="0" y="1"/>
                </a:moveTo>
                <a:lnTo>
                  <a:pt x="0" y="40861"/>
                </a:lnTo>
                <a:lnTo>
                  <a:pt x="1361" y="40861"/>
                </a:lnTo>
                <a:cubicBezTo>
                  <a:pt x="23304" y="40861"/>
                  <a:pt x="41092" y="23072"/>
                  <a:pt x="41092" y="1128"/>
                </a:cubicBezTo>
                <a:cubicBezTo>
                  <a:pt x="41092" y="751"/>
                  <a:pt x="41087" y="376"/>
                  <a:pt x="41076" y="1"/>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8"/>
          <p:cNvSpPr txBox="1">
            <a:spLocks noGrp="1"/>
          </p:cNvSpPr>
          <p:nvPr>
            <p:ph type="title"/>
          </p:nvPr>
        </p:nvSpPr>
        <p:spPr>
          <a:xfrm flipH="1">
            <a:off x="4151700" y="2036975"/>
            <a:ext cx="4205100" cy="12261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000">
                <a:solidFill>
                  <a:schemeClr val="lt2"/>
                </a:solidFill>
                <a:latin typeface="Days One"/>
                <a:ea typeface="Days One"/>
                <a:cs typeface="Days One"/>
                <a:sym typeface="Days 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83" name="Google Shape;183;p28"/>
          <p:cNvSpPr txBox="1">
            <a:spLocks noGrp="1"/>
          </p:cNvSpPr>
          <p:nvPr>
            <p:ph type="title" idx="2" hasCustomPrompt="1"/>
          </p:nvPr>
        </p:nvSpPr>
        <p:spPr>
          <a:xfrm>
            <a:off x="3996600" y="1195175"/>
            <a:ext cx="42051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4" name="Google Shape;184;p28"/>
          <p:cNvSpPr txBox="1">
            <a:spLocks noGrp="1"/>
          </p:cNvSpPr>
          <p:nvPr>
            <p:ph type="subTitle" idx="1"/>
          </p:nvPr>
        </p:nvSpPr>
        <p:spPr>
          <a:xfrm flipH="1">
            <a:off x="3996600" y="3554725"/>
            <a:ext cx="4360200" cy="39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2">
  <p:cSld name="CUSTOM_1_1_1_2_1">
    <p:bg>
      <p:bgPr>
        <a:gradFill>
          <a:gsLst>
            <a:gs pos="0">
              <a:schemeClr val="accent1"/>
            </a:gs>
            <a:gs pos="79000">
              <a:schemeClr val="lt1"/>
            </a:gs>
            <a:gs pos="100000">
              <a:schemeClr val="accent6"/>
            </a:gs>
          </a:gsLst>
          <a:lin ang="8099331" scaled="0"/>
        </a:gradFill>
        <a:effectLst/>
      </p:bgPr>
    </p:bg>
    <p:spTree>
      <p:nvGrpSpPr>
        <p:cNvPr id="1" name="Shape 185"/>
        <p:cNvGrpSpPr/>
        <p:nvPr/>
      </p:nvGrpSpPr>
      <p:grpSpPr>
        <a:xfrm>
          <a:off x="0" y="0"/>
          <a:ext cx="0" cy="0"/>
          <a:chOff x="0" y="0"/>
          <a:chExt cx="0" cy="0"/>
        </a:xfrm>
      </p:grpSpPr>
      <p:sp>
        <p:nvSpPr>
          <p:cNvPr id="186" name="Google Shape;186;p29"/>
          <p:cNvSpPr/>
          <p:nvPr/>
        </p:nvSpPr>
        <p:spPr>
          <a:xfrm rot="10800000">
            <a:off x="7468954" y="-1260302"/>
            <a:ext cx="3101598" cy="3113954"/>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9"/>
          <p:cNvSpPr/>
          <p:nvPr/>
        </p:nvSpPr>
        <p:spPr>
          <a:xfrm rot="7283296">
            <a:off x="-1092095" y="1690045"/>
            <a:ext cx="3423889" cy="3999811"/>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9"/>
          <p:cNvSpPr/>
          <p:nvPr/>
        </p:nvSpPr>
        <p:spPr>
          <a:xfrm rot="-8673050">
            <a:off x="6889570" y="3790254"/>
            <a:ext cx="2744644" cy="2729065"/>
          </a:xfrm>
          <a:custGeom>
            <a:avLst/>
            <a:gdLst/>
            <a:ahLst/>
            <a:cxnLst/>
            <a:rect l="l" t="t" r="r" b="b"/>
            <a:pathLst>
              <a:path w="41093" h="40861" extrusionOk="0">
                <a:moveTo>
                  <a:pt x="0" y="1"/>
                </a:moveTo>
                <a:lnTo>
                  <a:pt x="0" y="40861"/>
                </a:lnTo>
                <a:lnTo>
                  <a:pt x="1361" y="40861"/>
                </a:lnTo>
                <a:cubicBezTo>
                  <a:pt x="23304" y="40861"/>
                  <a:pt x="41092" y="23072"/>
                  <a:pt x="41092" y="1128"/>
                </a:cubicBezTo>
                <a:cubicBezTo>
                  <a:pt x="41092" y="751"/>
                  <a:pt x="41087" y="376"/>
                  <a:pt x="41076" y="1"/>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9"/>
          <p:cNvSpPr txBox="1">
            <a:spLocks noGrp="1"/>
          </p:cNvSpPr>
          <p:nvPr>
            <p:ph type="title"/>
          </p:nvPr>
        </p:nvSpPr>
        <p:spPr>
          <a:xfrm>
            <a:off x="2469450" y="2036975"/>
            <a:ext cx="4205100" cy="122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000">
                <a:solidFill>
                  <a:schemeClr val="lt2"/>
                </a:solidFill>
                <a:latin typeface="Days One"/>
                <a:ea typeface="Days One"/>
                <a:cs typeface="Days One"/>
                <a:sym typeface="Days 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0" name="Google Shape;190;p29"/>
          <p:cNvSpPr txBox="1">
            <a:spLocks noGrp="1"/>
          </p:cNvSpPr>
          <p:nvPr>
            <p:ph type="title" idx="2" hasCustomPrompt="1"/>
          </p:nvPr>
        </p:nvSpPr>
        <p:spPr>
          <a:xfrm>
            <a:off x="2469450" y="1195175"/>
            <a:ext cx="42051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91" name="Google Shape;191;p29"/>
          <p:cNvSpPr txBox="1">
            <a:spLocks noGrp="1"/>
          </p:cNvSpPr>
          <p:nvPr>
            <p:ph type="subTitle" idx="1"/>
          </p:nvPr>
        </p:nvSpPr>
        <p:spPr>
          <a:xfrm>
            <a:off x="2391900" y="3554725"/>
            <a:ext cx="4360200" cy="39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3">
  <p:cSld name="CUSTOM_1_1_1_2_1_1">
    <p:bg>
      <p:bgPr>
        <a:gradFill>
          <a:gsLst>
            <a:gs pos="0">
              <a:schemeClr val="accent1"/>
            </a:gs>
            <a:gs pos="79000">
              <a:schemeClr val="lt1"/>
            </a:gs>
            <a:gs pos="100000">
              <a:schemeClr val="accent6"/>
            </a:gs>
          </a:gsLst>
          <a:lin ang="13500032" scaled="0"/>
        </a:gradFill>
        <a:effectLst/>
      </p:bgPr>
    </p:bg>
    <p:spTree>
      <p:nvGrpSpPr>
        <p:cNvPr id="1" name="Shape 192"/>
        <p:cNvGrpSpPr/>
        <p:nvPr/>
      </p:nvGrpSpPr>
      <p:grpSpPr>
        <a:xfrm>
          <a:off x="0" y="0"/>
          <a:ext cx="0" cy="0"/>
          <a:chOff x="0" y="0"/>
          <a:chExt cx="0" cy="0"/>
        </a:xfrm>
      </p:grpSpPr>
      <p:sp>
        <p:nvSpPr>
          <p:cNvPr id="193" name="Google Shape;193;p30"/>
          <p:cNvSpPr txBox="1">
            <a:spLocks noGrp="1"/>
          </p:cNvSpPr>
          <p:nvPr>
            <p:ph type="title"/>
          </p:nvPr>
        </p:nvSpPr>
        <p:spPr>
          <a:xfrm>
            <a:off x="3220850" y="1744763"/>
            <a:ext cx="4205100" cy="12261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000">
                <a:solidFill>
                  <a:schemeClr val="lt2"/>
                </a:solidFill>
                <a:latin typeface="Days One"/>
                <a:ea typeface="Days One"/>
                <a:cs typeface="Days One"/>
                <a:sym typeface="Days 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4" name="Google Shape;194;p30"/>
          <p:cNvSpPr txBox="1">
            <a:spLocks noGrp="1"/>
          </p:cNvSpPr>
          <p:nvPr>
            <p:ph type="title" idx="2" hasCustomPrompt="1"/>
          </p:nvPr>
        </p:nvSpPr>
        <p:spPr>
          <a:xfrm>
            <a:off x="1483500" y="1912563"/>
            <a:ext cx="14190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95" name="Google Shape;195;p30"/>
          <p:cNvSpPr txBox="1">
            <a:spLocks noGrp="1"/>
          </p:cNvSpPr>
          <p:nvPr>
            <p:ph type="subTitle" idx="1"/>
          </p:nvPr>
        </p:nvSpPr>
        <p:spPr>
          <a:xfrm>
            <a:off x="3143300" y="3005138"/>
            <a:ext cx="4360200" cy="39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6" name="Google Shape;196;p30"/>
          <p:cNvSpPr/>
          <p:nvPr/>
        </p:nvSpPr>
        <p:spPr>
          <a:xfrm rot="5400000">
            <a:off x="7595675" y="683113"/>
            <a:ext cx="4954084" cy="4973820"/>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 name="Google Shape;197;p30"/>
          <p:cNvGrpSpPr/>
          <p:nvPr/>
        </p:nvGrpSpPr>
        <p:grpSpPr>
          <a:xfrm rot="10800000">
            <a:off x="4867808" y="-847050"/>
            <a:ext cx="2856778" cy="2850819"/>
            <a:chOff x="7193640" y="535000"/>
            <a:chExt cx="1450362" cy="1447410"/>
          </a:xfrm>
        </p:grpSpPr>
        <p:sp>
          <p:nvSpPr>
            <p:cNvPr id="198" name="Google Shape;198;p30"/>
            <p:cNvSpPr/>
            <p:nvPr/>
          </p:nvSpPr>
          <p:spPr>
            <a:xfrm>
              <a:off x="8222280" y="600283"/>
              <a:ext cx="179093" cy="1316756"/>
            </a:xfrm>
            <a:custGeom>
              <a:avLst/>
              <a:gdLst/>
              <a:ahLst/>
              <a:cxnLst/>
              <a:rect l="l" t="t" r="r" b="b"/>
              <a:pathLst>
                <a:path w="2052" h="15087" extrusionOk="0">
                  <a:moveTo>
                    <a:pt x="2052" y="13741"/>
                  </a:moveTo>
                  <a:lnTo>
                    <a:pt x="2052" y="1347"/>
                  </a:lnTo>
                  <a:cubicBezTo>
                    <a:pt x="1438" y="799"/>
                    <a:pt x="747" y="346"/>
                    <a:pt x="0" y="0"/>
                  </a:cubicBezTo>
                  <a:lnTo>
                    <a:pt x="0" y="15087"/>
                  </a:lnTo>
                  <a:cubicBezTo>
                    <a:pt x="747" y="14742"/>
                    <a:pt x="1438" y="14288"/>
                    <a:pt x="2052" y="13741"/>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0"/>
            <p:cNvSpPr/>
            <p:nvPr/>
          </p:nvSpPr>
          <p:spPr>
            <a:xfrm>
              <a:off x="7960276" y="535000"/>
              <a:ext cx="179093" cy="1447323"/>
            </a:xfrm>
            <a:custGeom>
              <a:avLst/>
              <a:gdLst/>
              <a:ahLst/>
              <a:cxnLst/>
              <a:rect l="l" t="t" r="r" b="b"/>
              <a:pathLst>
                <a:path w="2052" h="16583" extrusionOk="0">
                  <a:moveTo>
                    <a:pt x="2052" y="16205"/>
                  </a:moveTo>
                  <a:lnTo>
                    <a:pt x="2052" y="378"/>
                  </a:lnTo>
                  <a:cubicBezTo>
                    <a:pt x="1387" y="166"/>
                    <a:pt x="697" y="40"/>
                    <a:pt x="0" y="0"/>
                  </a:cubicBezTo>
                  <a:lnTo>
                    <a:pt x="0" y="16583"/>
                  </a:lnTo>
                  <a:cubicBezTo>
                    <a:pt x="697" y="16544"/>
                    <a:pt x="1387" y="16417"/>
                    <a:pt x="2052" y="1620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0"/>
            <p:cNvSpPr/>
            <p:nvPr/>
          </p:nvSpPr>
          <p:spPr>
            <a:xfrm>
              <a:off x="8484197" y="805295"/>
              <a:ext cx="159805" cy="906726"/>
            </a:xfrm>
            <a:custGeom>
              <a:avLst/>
              <a:gdLst/>
              <a:ahLst/>
              <a:cxnLst/>
              <a:rect l="l" t="t" r="r" b="b"/>
              <a:pathLst>
                <a:path w="1831" h="10389" extrusionOk="0">
                  <a:moveTo>
                    <a:pt x="1828" y="5195"/>
                  </a:moveTo>
                  <a:cubicBezTo>
                    <a:pt x="1830" y="3305"/>
                    <a:pt x="1185" y="1472"/>
                    <a:pt x="1" y="1"/>
                  </a:cubicBezTo>
                  <a:lnTo>
                    <a:pt x="1" y="10388"/>
                  </a:lnTo>
                  <a:cubicBezTo>
                    <a:pt x="1186" y="8917"/>
                    <a:pt x="1830" y="7084"/>
                    <a:pt x="1828"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0"/>
            <p:cNvSpPr/>
            <p:nvPr/>
          </p:nvSpPr>
          <p:spPr>
            <a:xfrm>
              <a:off x="7193640" y="805295"/>
              <a:ext cx="159631" cy="906726"/>
            </a:xfrm>
            <a:custGeom>
              <a:avLst/>
              <a:gdLst/>
              <a:ahLst/>
              <a:cxnLst/>
              <a:rect l="l" t="t" r="r" b="b"/>
              <a:pathLst>
                <a:path w="1829" h="10389" extrusionOk="0">
                  <a:moveTo>
                    <a:pt x="3" y="5195"/>
                  </a:moveTo>
                  <a:cubicBezTo>
                    <a:pt x="1" y="7084"/>
                    <a:pt x="645" y="8917"/>
                    <a:pt x="1829" y="10388"/>
                  </a:cubicBezTo>
                  <a:lnTo>
                    <a:pt x="1829" y="1"/>
                  </a:lnTo>
                  <a:cubicBezTo>
                    <a:pt x="645" y="1472"/>
                    <a:pt x="1" y="3305"/>
                    <a:pt x="3"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0"/>
            <p:cNvSpPr/>
            <p:nvPr/>
          </p:nvSpPr>
          <p:spPr>
            <a:xfrm>
              <a:off x="7698272" y="535000"/>
              <a:ext cx="179093" cy="1447410"/>
            </a:xfrm>
            <a:custGeom>
              <a:avLst/>
              <a:gdLst/>
              <a:ahLst/>
              <a:cxnLst/>
              <a:rect l="l" t="t" r="r" b="b"/>
              <a:pathLst>
                <a:path w="2052" h="16584" extrusionOk="0">
                  <a:moveTo>
                    <a:pt x="2052" y="16584"/>
                  </a:moveTo>
                  <a:lnTo>
                    <a:pt x="2052" y="0"/>
                  </a:lnTo>
                  <a:cubicBezTo>
                    <a:pt x="1355" y="40"/>
                    <a:pt x="665" y="166"/>
                    <a:pt x="0" y="379"/>
                  </a:cubicBezTo>
                  <a:lnTo>
                    <a:pt x="0" y="16205"/>
                  </a:lnTo>
                  <a:cubicBezTo>
                    <a:pt x="665" y="16418"/>
                    <a:pt x="1355" y="16545"/>
                    <a:pt x="2052" y="16584"/>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0"/>
            <p:cNvSpPr/>
            <p:nvPr/>
          </p:nvSpPr>
          <p:spPr>
            <a:xfrm>
              <a:off x="7436268" y="600283"/>
              <a:ext cx="179093" cy="1316756"/>
            </a:xfrm>
            <a:custGeom>
              <a:avLst/>
              <a:gdLst/>
              <a:ahLst/>
              <a:cxnLst/>
              <a:rect l="l" t="t" r="r" b="b"/>
              <a:pathLst>
                <a:path w="2052" h="15087" extrusionOk="0">
                  <a:moveTo>
                    <a:pt x="0" y="13741"/>
                  </a:moveTo>
                  <a:cubicBezTo>
                    <a:pt x="614" y="14288"/>
                    <a:pt x="1305" y="14742"/>
                    <a:pt x="2052" y="15087"/>
                  </a:cubicBezTo>
                  <a:lnTo>
                    <a:pt x="2052" y="0"/>
                  </a:lnTo>
                  <a:cubicBezTo>
                    <a:pt x="1305" y="346"/>
                    <a:pt x="614" y="799"/>
                    <a:pt x="0" y="1347"/>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 name="Google Shape;204;p30"/>
          <p:cNvSpPr/>
          <p:nvPr/>
        </p:nvSpPr>
        <p:spPr>
          <a:xfrm rot="5400000">
            <a:off x="-1711750" y="2995288"/>
            <a:ext cx="4954084" cy="4973820"/>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3">
  <p:cSld name="TITLE_AND_TWO_COLUMNS_1">
    <p:bg>
      <p:bgPr>
        <a:gradFill>
          <a:gsLst>
            <a:gs pos="0">
              <a:schemeClr val="accent1"/>
            </a:gs>
            <a:gs pos="79000">
              <a:schemeClr val="lt1"/>
            </a:gs>
            <a:gs pos="100000">
              <a:schemeClr val="accent6"/>
            </a:gs>
          </a:gsLst>
          <a:lin ang="8099331" scaled="0"/>
        </a:gradFill>
        <a:effectLst/>
      </p:bgPr>
    </p:bg>
    <p:spTree>
      <p:nvGrpSpPr>
        <p:cNvPr id="1" name="Shape 205"/>
        <p:cNvGrpSpPr/>
        <p:nvPr/>
      </p:nvGrpSpPr>
      <p:grpSpPr>
        <a:xfrm>
          <a:off x="0" y="0"/>
          <a:ext cx="0" cy="0"/>
          <a:chOff x="0" y="0"/>
          <a:chExt cx="0" cy="0"/>
        </a:xfrm>
      </p:grpSpPr>
      <p:sp>
        <p:nvSpPr>
          <p:cNvPr id="206" name="Google Shape;206;p31"/>
          <p:cNvSpPr/>
          <p:nvPr/>
        </p:nvSpPr>
        <p:spPr>
          <a:xfrm rot="10800000">
            <a:off x="11" y="0"/>
            <a:ext cx="2950735" cy="344689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1"/>
          <p:cNvSpPr/>
          <p:nvPr/>
        </p:nvSpPr>
        <p:spPr>
          <a:xfrm rot="-4500015">
            <a:off x="6665037" y="2969778"/>
            <a:ext cx="4401935" cy="4419471"/>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1"/>
          <p:cNvSpPr txBox="1">
            <a:spLocks noGrp="1"/>
          </p:cNvSpPr>
          <p:nvPr>
            <p:ph type="subTitle" idx="1"/>
          </p:nvPr>
        </p:nvSpPr>
        <p:spPr>
          <a:xfrm>
            <a:off x="1595563" y="1921413"/>
            <a:ext cx="2907600" cy="377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Font typeface="Bebas Neue"/>
              <a:buNone/>
              <a:defRPr sz="2400">
                <a:solidFill>
                  <a:schemeClr val="lt2"/>
                </a:solidFill>
                <a:latin typeface="Days One"/>
                <a:ea typeface="Days One"/>
                <a:cs typeface="Days One"/>
                <a:sym typeface="Days On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209" name="Google Shape;209;p31"/>
          <p:cNvSpPr txBox="1">
            <a:spLocks noGrp="1"/>
          </p:cNvSpPr>
          <p:nvPr>
            <p:ph type="subTitle" idx="2"/>
          </p:nvPr>
        </p:nvSpPr>
        <p:spPr>
          <a:xfrm>
            <a:off x="4650375" y="3121750"/>
            <a:ext cx="2907600" cy="377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500"/>
              <a:buFont typeface="Bebas Neue"/>
              <a:buNone/>
              <a:defRPr sz="2400">
                <a:solidFill>
                  <a:schemeClr val="lt2"/>
                </a:solidFill>
                <a:latin typeface="Days One"/>
                <a:ea typeface="Days One"/>
                <a:cs typeface="Days One"/>
                <a:sym typeface="Days On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210" name="Google Shape;210;p31"/>
          <p:cNvSpPr txBox="1">
            <a:spLocks noGrp="1"/>
          </p:cNvSpPr>
          <p:nvPr>
            <p:ph type="subTitle" idx="3"/>
          </p:nvPr>
        </p:nvSpPr>
        <p:spPr>
          <a:xfrm>
            <a:off x="1595575" y="2443438"/>
            <a:ext cx="2907600" cy="96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 name="Google Shape;211;p31"/>
          <p:cNvSpPr txBox="1">
            <a:spLocks noGrp="1"/>
          </p:cNvSpPr>
          <p:nvPr>
            <p:ph type="subTitle" idx="4"/>
          </p:nvPr>
        </p:nvSpPr>
        <p:spPr>
          <a:xfrm>
            <a:off x="4818775" y="3643775"/>
            <a:ext cx="2739300" cy="96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2" name="Google Shape;212;p31"/>
          <p:cNvSpPr txBox="1">
            <a:spLocks noGrp="1"/>
          </p:cNvSpPr>
          <p:nvPr>
            <p:ph type="title"/>
          </p:nvPr>
        </p:nvSpPr>
        <p:spPr>
          <a:xfrm>
            <a:off x="720000" y="535000"/>
            <a:ext cx="7704000" cy="48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13" name="Google Shape;213;p31"/>
          <p:cNvGrpSpPr/>
          <p:nvPr/>
        </p:nvGrpSpPr>
        <p:grpSpPr>
          <a:xfrm rot="-5400000">
            <a:off x="-221739" y="3717172"/>
            <a:ext cx="2316373" cy="2311659"/>
            <a:chOff x="7193640" y="535000"/>
            <a:chExt cx="1450362" cy="1447410"/>
          </a:xfrm>
        </p:grpSpPr>
        <p:sp>
          <p:nvSpPr>
            <p:cNvPr id="214" name="Google Shape;214;p31"/>
            <p:cNvSpPr/>
            <p:nvPr/>
          </p:nvSpPr>
          <p:spPr>
            <a:xfrm>
              <a:off x="8222280" y="600283"/>
              <a:ext cx="179093" cy="1316756"/>
            </a:xfrm>
            <a:custGeom>
              <a:avLst/>
              <a:gdLst/>
              <a:ahLst/>
              <a:cxnLst/>
              <a:rect l="l" t="t" r="r" b="b"/>
              <a:pathLst>
                <a:path w="2052" h="15087" extrusionOk="0">
                  <a:moveTo>
                    <a:pt x="2052" y="13741"/>
                  </a:moveTo>
                  <a:lnTo>
                    <a:pt x="2052" y="1347"/>
                  </a:lnTo>
                  <a:cubicBezTo>
                    <a:pt x="1438" y="799"/>
                    <a:pt x="747" y="346"/>
                    <a:pt x="0" y="0"/>
                  </a:cubicBezTo>
                  <a:lnTo>
                    <a:pt x="0" y="15087"/>
                  </a:lnTo>
                  <a:cubicBezTo>
                    <a:pt x="747" y="14742"/>
                    <a:pt x="1438" y="14288"/>
                    <a:pt x="2052" y="13741"/>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1"/>
            <p:cNvSpPr/>
            <p:nvPr/>
          </p:nvSpPr>
          <p:spPr>
            <a:xfrm>
              <a:off x="7960276" y="535000"/>
              <a:ext cx="179093" cy="1447323"/>
            </a:xfrm>
            <a:custGeom>
              <a:avLst/>
              <a:gdLst/>
              <a:ahLst/>
              <a:cxnLst/>
              <a:rect l="l" t="t" r="r" b="b"/>
              <a:pathLst>
                <a:path w="2052" h="16583" extrusionOk="0">
                  <a:moveTo>
                    <a:pt x="2052" y="16205"/>
                  </a:moveTo>
                  <a:lnTo>
                    <a:pt x="2052" y="378"/>
                  </a:lnTo>
                  <a:cubicBezTo>
                    <a:pt x="1387" y="166"/>
                    <a:pt x="697" y="40"/>
                    <a:pt x="0" y="0"/>
                  </a:cubicBezTo>
                  <a:lnTo>
                    <a:pt x="0" y="16583"/>
                  </a:lnTo>
                  <a:cubicBezTo>
                    <a:pt x="697" y="16544"/>
                    <a:pt x="1387" y="16417"/>
                    <a:pt x="2052" y="1620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1"/>
            <p:cNvSpPr/>
            <p:nvPr/>
          </p:nvSpPr>
          <p:spPr>
            <a:xfrm>
              <a:off x="8484197" y="805295"/>
              <a:ext cx="159805" cy="906726"/>
            </a:xfrm>
            <a:custGeom>
              <a:avLst/>
              <a:gdLst/>
              <a:ahLst/>
              <a:cxnLst/>
              <a:rect l="l" t="t" r="r" b="b"/>
              <a:pathLst>
                <a:path w="1831" h="10389" extrusionOk="0">
                  <a:moveTo>
                    <a:pt x="1828" y="5195"/>
                  </a:moveTo>
                  <a:cubicBezTo>
                    <a:pt x="1830" y="3305"/>
                    <a:pt x="1185" y="1472"/>
                    <a:pt x="1" y="1"/>
                  </a:cubicBezTo>
                  <a:lnTo>
                    <a:pt x="1" y="10388"/>
                  </a:lnTo>
                  <a:cubicBezTo>
                    <a:pt x="1186" y="8917"/>
                    <a:pt x="1830" y="7084"/>
                    <a:pt x="1828"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1"/>
            <p:cNvSpPr/>
            <p:nvPr/>
          </p:nvSpPr>
          <p:spPr>
            <a:xfrm>
              <a:off x="7193640" y="805295"/>
              <a:ext cx="159631" cy="906726"/>
            </a:xfrm>
            <a:custGeom>
              <a:avLst/>
              <a:gdLst/>
              <a:ahLst/>
              <a:cxnLst/>
              <a:rect l="l" t="t" r="r" b="b"/>
              <a:pathLst>
                <a:path w="1829" h="10389" extrusionOk="0">
                  <a:moveTo>
                    <a:pt x="3" y="5195"/>
                  </a:moveTo>
                  <a:cubicBezTo>
                    <a:pt x="1" y="7084"/>
                    <a:pt x="645" y="8917"/>
                    <a:pt x="1829" y="10388"/>
                  </a:cubicBezTo>
                  <a:lnTo>
                    <a:pt x="1829" y="1"/>
                  </a:lnTo>
                  <a:cubicBezTo>
                    <a:pt x="645" y="1472"/>
                    <a:pt x="1" y="3305"/>
                    <a:pt x="3"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1"/>
            <p:cNvSpPr/>
            <p:nvPr/>
          </p:nvSpPr>
          <p:spPr>
            <a:xfrm>
              <a:off x="7698272" y="535000"/>
              <a:ext cx="179093" cy="1447410"/>
            </a:xfrm>
            <a:custGeom>
              <a:avLst/>
              <a:gdLst/>
              <a:ahLst/>
              <a:cxnLst/>
              <a:rect l="l" t="t" r="r" b="b"/>
              <a:pathLst>
                <a:path w="2052" h="16584" extrusionOk="0">
                  <a:moveTo>
                    <a:pt x="2052" y="16584"/>
                  </a:moveTo>
                  <a:lnTo>
                    <a:pt x="2052" y="0"/>
                  </a:lnTo>
                  <a:cubicBezTo>
                    <a:pt x="1355" y="40"/>
                    <a:pt x="665" y="166"/>
                    <a:pt x="0" y="379"/>
                  </a:cubicBezTo>
                  <a:lnTo>
                    <a:pt x="0" y="16205"/>
                  </a:lnTo>
                  <a:cubicBezTo>
                    <a:pt x="665" y="16418"/>
                    <a:pt x="1355" y="16545"/>
                    <a:pt x="2052" y="16584"/>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1"/>
            <p:cNvSpPr/>
            <p:nvPr/>
          </p:nvSpPr>
          <p:spPr>
            <a:xfrm>
              <a:off x="7436268" y="600283"/>
              <a:ext cx="179093" cy="1316756"/>
            </a:xfrm>
            <a:custGeom>
              <a:avLst/>
              <a:gdLst/>
              <a:ahLst/>
              <a:cxnLst/>
              <a:rect l="l" t="t" r="r" b="b"/>
              <a:pathLst>
                <a:path w="2052" h="15087" extrusionOk="0">
                  <a:moveTo>
                    <a:pt x="0" y="13741"/>
                  </a:moveTo>
                  <a:cubicBezTo>
                    <a:pt x="614" y="14288"/>
                    <a:pt x="1305" y="14742"/>
                    <a:pt x="2052" y="15087"/>
                  </a:cubicBezTo>
                  <a:lnTo>
                    <a:pt x="2052" y="0"/>
                  </a:lnTo>
                  <a:cubicBezTo>
                    <a:pt x="1305" y="346"/>
                    <a:pt x="614" y="799"/>
                    <a:pt x="0" y="1347"/>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gradFill>
          <a:gsLst>
            <a:gs pos="0">
              <a:schemeClr val="accent1"/>
            </a:gs>
            <a:gs pos="79000">
              <a:schemeClr val="lt1"/>
            </a:gs>
            <a:gs pos="100000">
              <a:schemeClr val="accent6"/>
            </a:gs>
          </a:gsLst>
          <a:lin ang="8099331" scaled="0"/>
        </a:gradFill>
        <a:effectLst/>
      </p:bgPr>
    </p:bg>
    <p:spTree>
      <p:nvGrpSpPr>
        <p:cNvPr id="1" name="Shape 220"/>
        <p:cNvGrpSpPr/>
        <p:nvPr/>
      </p:nvGrpSpPr>
      <p:grpSpPr>
        <a:xfrm>
          <a:off x="0" y="0"/>
          <a:ext cx="0" cy="0"/>
          <a:chOff x="0" y="0"/>
          <a:chExt cx="0" cy="0"/>
        </a:xfrm>
      </p:grpSpPr>
      <p:sp>
        <p:nvSpPr>
          <p:cNvPr id="221" name="Google Shape;221;p32"/>
          <p:cNvSpPr/>
          <p:nvPr/>
        </p:nvSpPr>
        <p:spPr>
          <a:xfrm>
            <a:off x="-1250850" y="-1219975"/>
            <a:ext cx="2660537" cy="2671136"/>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2"/>
          <p:cNvSpPr/>
          <p:nvPr/>
        </p:nvSpPr>
        <p:spPr>
          <a:xfrm rot="5400000">
            <a:off x="6397228" y="2666143"/>
            <a:ext cx="2724116" cy="3152880"/>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2"/>
          <p:cNvSpPr/>
          <p:nvPr/>
        </p:nvSpPr>
        <p:spPr>
          <a:xfrm rot="5953737">
            <a:off x="7473467" y="-1211609"/>
            <a:ext cx="2669559" cy="2654407"/>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2"/>
          <p:cNvSpPr txBox="1">
            <a:spLocks noGrp="1"/>
          </p:cNvSpPr>
          <p:nvPr>
            <p:ph type="title"/>
          </p:nvPr>
        </p:nvSpPr>
        <p:spPr>
          <a:xfrm>
            <a:off x="720000" y="280431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5" name="Google Shape;225;p32"/>
          <p:cNvSpPr txBox="1">
            <a:spLocks noGrp="1"/>
          </p:cNvSpPr>
          <p:nvPr>
            <p:ph type="subTitle" idx="1"/>
          </p:nvPr>
        </p:nvSpPr>
        <p:spPr>
          <a:xfrm>
            <a:off x="720000" y="34670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6" name="Google Shape;226;p32"/>
          <p:cNvSpPr txBox="1">
            <a:spLocks noGrp="1"/>
          </p:cNvSpPr>
          <p:nvPr>
            <p:ph type="title" idx="2"/>
          </p:nvPr>
        </p:nvSpPr>
        <p:spPr>
          <a:xfrm>
            <a:off x="3403800" y="280431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7" name="Google Shape;227;p32"/>
          <p:cNvSpPr txBox="1">
            <a:spLocks noGrp="1"/>
          </p:cNvSpPr>
          <p:nvPr>
            <p:ph type="subTitle" idx="3"/>
          </p:nvPr>
        </p:nvSpPr>
        <p:spPr>
          <a:xfrm>
            <a:off x="3403800" y="34670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8" name="Google Shape;228;p32"/>
          <p:cNvSpPr txBox="1">
            <a:spLocks noGrp="1"/>
          </p:cNvSpPr>
          <p:nvPr>
            <p:ph type="title" idx="4"/>
          </p:nvPr>
        </p:nvSpPr>
        <p:spPr>
          <a:xfrm>
            <a:off x="6087600" y="280431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9" name="Google Shape;229;p32"/>
          <p:cNvSpPr txBox="1">
            <a:spLocks noGrp="1"/>
          </p:cNvSpPr>
          <p:nvPr>
            <p:ph type="subTitle" idx="5"/>
          </p:nvPr>
        </p:nvSpPr>
        <p:spPr>
          <a:xfrm>
            <a:off x="6087600" y="34670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0" name="Google Shape;230;p32"/>
          <p:cNvSpPr txBox="1">
            <a:spLocks noGrp="1"/>
          </p:cNvSpPr>
          <p:nvPr>
            <p:ph type="title" idx="6"/>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hree columns 1">
  <p:cSld name="BLANK_1_1_1_2_2">
    <p:bg>
      <p:bgPr>
        <a:gradFill>
          <a:gsLst>
            <a:gs pos="0">
              <a:schemeClr val="accent1"/>
            </a:gs>
            <a:gs pos="79000">
              <a:schemeClr val="lt1"/>
            </a:gs>
            <a:gs pos="100000">
              <a:schemeClr val="accent6"/>
            </a:gs>
          </a:gsLst>
          <a:lin ang="18900732" scaled="0"/>
        </a:gradFill>
        <a:effectLst/>
      </p:bgPr>
    </p:bg>
    <p:spTree>
      <p:nvGrpSpPr>
        <p:cNvPr id="1" name="Shape 231"/>
        <p:cNvGrpSpPr/>
        <p:nvPr/>
      </p:nvGrpSpPr>
      <p:grpSpPr>
        <a:xfrm>
          <a:off x="0" y="0"/>
          <a:ext cx="0" cy="0"/>
          <a:chOff x="0" y="0"/>
          <a:chExt cx="0" cy="0"/>
        </a:xfrm>
      </p:grpSpPr>
      <p:sp>
        <p:nvSpPr>
          <p:cNvPr id="232" name="Google Shape;232;p33"/>
          <p:cNvSpPr/>
          <p:nvPr/>
        </p:nvSpPr>
        <p:spPr>
          <a:xfrm rot="-4499937">
            <a:off x="-1176120" y="2258305"/>
            <a:ext cx="2660537" cy="2671136"/>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chemeClr val="lt2">
                  <a:alpha val="28130"/>
                </a:schemeClr>
              </a:gs>
              <a:gs pos="100000">
                <a:srgbClr val="FFFFFF">
                  <a:alpha val="10980"/>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3"/>
          <p:cNvSpPr txBox="1">
            <a:spLocks noGrp="1"/>
          </p:cNvSpPr>
          <p:nvPr>
            <p:ph type="title"/>
          </p:nvPr>
        </p:nvSpPr>
        <p:spPr>
          <a:xfrm>
            <a:off x="1753663" y="1498263"/>
            <a:ext cx="2336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34" name="Google Shape;234;p33"/>
          <p:cNvSpPr txBox="1">
            <a:spLocks noGrp="1"/>
          </p:cNvSpPr>
          <p:nvPr>
            <p:ph type="subTitle" idx="1"/>
          </p:nvPr>
        </p:nvSpPr>
        <p:spPr>
          <a:xfrm>
            <a:off x="1753675" y="2161005"/>
            <a:ext cx="2336400" cy="69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5" name="Google Shape;235;p33"/>
          <p:cNvSpPr txBox="1">
            <a:spLocks noGrp="1"/>
          </p:cNvSpPr>
          <p:nvPr>
            <p:ph type="title" idx="2"/>
          </p:nvPr>
        </p:nvSpPr>
        <p:spPr>
          <a:xfrm>
            <a:off x="3767657" y="3226950"/>
            <a:ext cx="2336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36" name="Google Shape;236;p33"/>
          <p:cNvSpPr txBox="1">
            <a:spLocks noGrp="1"/>
          </p:cNvSpPr>
          <p:nvPr>
            <p:ph type="subTitle" idx="3"/>
          </p:nvPr>
        </p:nvSpPr>
        <p:spPr>
          <a:xfrm>
            <a:off x="3767672" y="3889680"/>
            <a:ext cx="2336400" cy="69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7" name="Google Shape;237;p33"/>
          <p:cNvSpPr txBox="1">
            <a:spLocks noGrp="1"/>
          </p:cNvSpPr>
          <p:nvPr>
            <p:ph type="title" idx="4"/>
          </p:nvPr>
        </p:nvSpPr>
        <p:spPr>
          <a:xfrm>
            <a:off x="5764765" y="1498263"/>
            <a:ext cx="2336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38" name="Google Shape;238;p33"/>
          <p:cNvSpPr txBox="1">
            <a:spLocks noGrp="1"/>
          </p:cNvSpPr>
          <p:nvPr>
            <p:ph type="subTitle" idx="5"/>
          </p:nvPr>
        </p:nvSpPr>
        <p:spPr>
          <a:xfrm>
            <a:off x="5764782" y="2161023"/>
            <a:ext cx="2340900" cy="69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9" name="Google Shape;239;p33"/>
          <p:cNvSpPr txBox="1">
            <a:spLocks noGrp="1"/>
          </p:cNvSpPr>
          <p:nvPr>
            <p:ph type="title" idx="6"/>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0" name="Google Shape;240;p33"/>
          <p:cNvSpPr/>
          <p:nvPr/>
        </p:nvSpPr>
        <p:spPr>
          <a:xfrm rot="2700000">
            <a:off x="7633372" y="246562"/>
            <a:ext cx="2660453" cy="267105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chemeClr val="lt2">
                  <a:alpha val="28130"/>
                </a:schemeClr>
              </a:gs>
              <a:gs pos="100000">
                <a:srgbClr val="FFFFFF">
                  <a:alpha val="10980"/>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4">
  <p:cSld name="CUSTOM_3_2">
    <p:bg>
      <p:bgPr>
        <a:gradFill>
          <a:gsLst>
            <a:gs pos="0">
              <a:schemeClr val="accent1"/>
            </a:gs>
            <a:gs pos="79000">
              <a:schemeClr val="lt1"/>
            </a:gs>
            <a:gs pos="100000">
              <a:schemeClr val="accent6"/>
            </a:gs>
          </a:gsLst>
          <a:lin ang="2698631" scaled="0"/>
        </a:gradFill>
        <a:effectLst/>
      </p:bgPr>
    </p:bg>
    <p:spTree>
      <p:nvGrpSpPr>
        <p:cNvPr id="1" name="Shape 245"/>
        <p:cNvGrpSpPr/>
        <p:nvPr/>
      </p:nvGrpSpPr>
      <p:grpSpPr>
        <a:xfrm>
          <a:off x="0" y="0"/>
          <a:ext cx="0" cy="0"/>
          <a:chOff x="0" y="0"/>
          <a:chExt cx="0" cy="0"/>
        </a:xfrm>
      </p:grpSpPr>
      <p:sp>
        <p:nvSpPr>
          <p:cNvPr id="246" name="Google Shape;246;p35"/>
          <p:cNvSpPr txBox="1">
            <a:spLocks noGrp="1"/>
          </p:cNvSpPr>
          <p:nvPr>
            <p:ph type="title"/>
          </p:nvPr>
        </p:nvSpPr>
        <p:spPr>
          <a:xfrm>
            <a:off x="715100" y="535000"/>
            <a:ext cx="7713900" cy="48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1pPr>
            <a:lvl2pPr lvl="1"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2pPr>
            <a:lvl3pPr lvl="2"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3pPr>
            <a:lvl4pPr lvl="3"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4pPr>
            <a:lvl5pPr lvl="4"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5pPr>
            <a:lvl6pPr lvl="5"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6pPr>
            <a:lvl7pPr lvl="6"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7pPr>
            <a:lvl8pPr lvl="7"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8pPr>
            <a:lvl9pPr lvl="8"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9pPr>
          </a:lstStyle>
          <a:p>
            <a:endParaRPr/>
          </a:p>
        </p:txBody>
      </p:sp>
      <p:sp>
        <p:nvSpPr>
          <p:cNvPr id="247" name="Google Shape;247;p35"/>
          <p:cNvSpPr/>
          <p:nvPr/>
        </p:nvSpPr>
        <p:spPr>
          <a:xfrm>
            <a:off x="6745700" y="2525038"/>
            <a:ext cx="2969757" cy="346911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5"/>
          <p:cNvSpPr/>
          <p:nvPr/>
        </p:nvSpPr>
        <p:spPr>
          <a:xfrm rot="-5955114">
            <a:off x="-29940" y="-420075"/>
            <a:ext cx="2067456" cy="2392849"/>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 name="Google Shape;249;p35"/>
          <p:cNvGrpSpPr/>
          <p:nvPr/>
        </p:nvGrpSpPr>
        <p:grpSpPr>
          <a:xfrm>
            <a:off x="-152539" y="3626319"/>
            <a:ext cx="9144330" cy="3345285"/>
            <a:chOff x="238125" y="1550500"/>
            <a:chExt cx="7143450" cy="2613300"/>
          </a:xfrm>
        </p:grpSpPr>
        <p:sp>
          <p:nvSpPr>
            <p:cNvPr id="250" name="Google Shape;250;p35"/>
            <p:cNvSpPr/>
            <p:nvPr/>
          </p:nvSpPr>
          <p:spPr>
            <a:xfrm>
              <a:off x="238125" y="1550500"/>
              <a:ext cx="7143450" cy="2613300"/>
            </a:xfrm>
            <a:custGeom>
              <a:avLst/>
              <a:gdLst/>
              <a:ahLst/>
              <a:cxnLst/>
              <a:rect l="l" t="t" r="r" b="b"/>
              <a:pathLst>
                <a:path w="285738" h="104532" extrusionOk="0">
                  <a:moveTo>
                    <a:pt x="90959" y="0"/>
                  </a:moveTo>
                  <a:lnTo>
                    <a:pt x="90959" y="7143"/>
                  </a:lnTo>
                  <a:lnTo>
                    <a:pt x="85959" y="7143"/>
                  </a:lnTo>
                  <a:lnTo>
                    <a:pt x="85959" y="15477"/>
                  </a:lnTo>
                  <a:lnTo>
                    <a:pt x="82150" y="15477"/>
                  </a:lnTo>
                  <a:lnTo>
                    <a:pt x="82150" y="74053"/>
                  </a:lnTo>
                  <a:lnTo>
                    <a:pt x="77862" y="74053"/>
                  </a:lnTo>
                  <a:lnTo>
                    <a:pt x="77862" y="22621"/>
                  </a:lnTo>
                  <a:lnTo>
                    <a:pt x="56195" y="22621"/>
                  </a:lnTo>
                  <a:lnTo>
                    <a:pt x="56195" y="74053"/>
                  </a:lnTo>
                  <a:lnTo>
                    <a:pt x="53575" y="74053"/>
                  </a:lnTo>
                  <a:lnTo>
                    <a:pt x="53575" y="17622"/>
                  </a:lnTo>
                  <a:lnTo>
                    <a:pt x="50957" y="17622"/>
                  </a:lnTo>
                  <a:lnTo>
                    <a:pt x="50957" y="13308"/>
                  </a:lnTo>
                  <a:lnTo>
                    <a:pt x="45074" y="9777"/>
                  </a:lnTo>
                  <a:lnTo>
                    <a:pt x="45080" y="9811"/>
                  </a:lnTo>
                  <a:lnTo>
                    <a:pt x="45080" y="9811"/>
                  </a:lnTo>
                  <a:lnTo>
                    <a:pt x="45014" y="9777"/>
                  </a:lnTo>
                  <a:lnTo>
                    <a:pt x="39050" y="13308"/>
                  </a:lnTo>
                  <a:lnTo>
                    <a:pt x="39050" y="17622"/>
                  </a:lnTo>
                  <a:lnTo>
                    <a:pt x="36193" y="17622"/>
                  </a:lnTo>
                  <a:lnTo>
                    <a:pt x="36193" y="74053"/>
                  </a:lnTo>
                  <a:lnTo>
                    <a:pt x="33098" y="74053"/>
                  </a:lnTo>
                  <a:lnTo>
                    <a:pt x="33098" y="46909"/>
                  </a:lnTo>
                  <a:lnTo>
                    <a:pt x="29764" y="46909"/>
                  </a:lnTo>
                  <a:lnTo>
                    <a:pt x="29764" y="42384"/>
                  </a:lnTo>
                  <a:lnTo>
                    <a:pt x="16430" y="42384"/>
                  </a:lnTo>
                  <a:lnTo>
                    <a:pt x="16430" y="46909"/>
                  </a:lnTo>
                  <a:lnTo>
                    <a:pt x="14048" y="46909"/>
                  </a:lnTo>
                  <a:lnTo>
                    <a:pt x="14048" y="39764"/>
                  </a:lnTo>
                  <a:lnTo>
                    <a:pt x="11430" y="39764"/>
                  </a:lnTo>
                  <a:lnTo>
                    <a:pt x="11430" y="46909"/>
                  </a:lnTo>
                  <a:lnTo>
                    <a:pt x="9048" y="46909"/>
                  </a:lnTo>
                  <a:lnTo>
                    <a:pt x="9048" y="39764"/>
                  </a:lnTo>
                  <a:lnTo>
                    <a:pt x="6668" y="39764"/>
                  </a:lnTo>
                  <a:lnTo>
                    <a:pt x="6668" y="46909"/>
                  </a:lnTo>
                  <a:lnTo>
                    <a:pt x="3334" y="46909"/>
                  </a:lnTo>
                  <a:lnTo>
                    <a:pt x="3334" y="74053"/>
                  </a:lnTo>
                  <a:lnTo>
                    <a:pt x="0" y="74053"/>
                  </a:lnTo>
                  <a:lnTo>
                    <a:pt x="0" y="104532"/>
                  </a:lnTo>
                  <a:lnTo>
                    <a:pt x="285738" y="104532"/>
                  </a:lnTo>
                  <a:lnTo>
                    <a:pt x="285738" y="74053"/>
                  </a:lnTo>
                  <a:lnTo>
                    <a:pt x="281450" y="74053"/>
                  </a:lnTo>
                  <a:lnTo>
                    <a:pt x="281450" y="33575"/>
                  </a:lnTo>
                  <a:lnTo>
                    <a:pt x="279547" y="33575"/>
                  </a:lnTo>
                  <a:lnTo>
                    <a:pt x="279547" y="31670"/>
                  </a:lnTo>
                  <a:lnTo>
                    <a:pt x="280499" y="31670"/>
                  </a:lnTo>
                  <a:lnTo>
                    <a:pt x="280499" y="30241"/>
                  </a:lnTo>
                  <a:lnTo>
                    <a:pt x="266688" y="30241"/>
                  </a:lnTo>
                  <a:lnTo>
                    <a:pt x="266688" y="31670"/>
                  </a:lnTo>
                  <a:lnTo>
                    <a:pt x="267879" y="31670"/>
                  </a:lnTo>
                  <a:lnTo>
                    <a:pt x="267879" y="33575"/>
                  </a:lnTo>
                  <a:lnTo>
                    <a:pt x="265497" y="33575"/>
                  </a:lnTo>
                  <a:lnTo>
                    <a:pt x="265497" y="74053"/>
                  </a:lnTo>
                  <a:lnTo>
                    <a:pt x="262879" y="74053"/>
                  </a:lnTo>
                  <a:lnTo>
                    <a:pt x="262879" y="16895"/>
                  </a:lnTo>
                  <a:lnTo>
                    <a:pt x="245734" y="30577"/>
                  </a:lnTo>
                  <a:lnTo>
                    <a:pt x="245734" y="74053"/>
                  </a:lnTo>
                  <a:lnTo>
                    <a:pt x="242638" y="74053"/>
                  </a:lnTo>
                  <a:lnTo>
                    <a:pt x="242638" y="15477"/>
                  </a:lnTo>
                  <a:lnTo>
                    <a:pt x="238829" y="15477"/>
                  </a:lnTo>
                  <a:lnTo>
                    <a:pt x="238829" y="7143"/>
                  </a:lnTo>
                  <a:lnTo>
                    <a:pt x="233352" y="7143"/>
                  </a:lnTo>
                  <a:lnTo>
                    <a:pt x="233352" y="0"/>
                  </a:lnTo>
                  <a:lnTo>
                    <a:pt x="231684" y="0"/>
                  </a:lnTo>
                  <a:lnTo>
                    <a:pt x="231684" y="7143"/>
                  </a:lnTo>
                  <a:lnTo>
                    <a:pt x="226447" y="7143"/>
                  </a:lnTo>
                  <a:lnTo>
                    <a:pt x="226447" y="15477"/>
                  </a:lnTo>
                  <a:lnTo>
                    <a:pt x="222636" y="15477"/>
                  </a:lnTo>
                  <a:lnTo>
                    <a:pt x="222636" y="74053"/>
                  </a:lnTo>
                  <a:lnTo>
                    <a:pt x="218350" y="74053"/>
                  </a:lnTo>
                  <a:lnTo>
                    <a:pt x="218350" y="22621"/>
                  </a:lnTo>
                  <a:lnTo>
                    <a:pt x="196920" y="22621"/>
                  </a:lnTo>
                  <a:lnTo>
                    <a:pt x="196920" y="74053"/>
                  </a:lnTo>
                  <a:lnTo>
                    <a:pt x="194302" y="74053"/>
                  </a:lnTo>
                  <a:lnTo>
                    <a:pt x="194302" y="17622"/>
                  </a:lnTo>
                  <a:lnTo>
                    <a:pt x="191443" y="17622"/>
                  </a:lnTo>
                  <a:lnTo>
                    <a:pt x="191443" y="13308"/>
                  </a:lnTo>
                  <a:lnTo>
                    <a:pt x="185664" y="9807"/>
                  </a:lnTo>
                  <a:lnTo>
                    <a:pt x="185572" y="9777"/>
                  </a:lnTo>
                  <a:lnTo>
                    <a:pt x="179538" y="13308"/>
                  </a:lnTo>
                  <a:lnTo>
                    <a:pt x="179538" y="17622"/>
                  </a:lnTo>
                  <a:lnTo>
                    <a:pt x="176918" y="17622"/>
                  </a:lnTo>
                  <a:lnTo>
                    <a:pt x="176918" y="74053"/>
                  </a:lnTo>
                  <a:lnTo>
                    <a:pt x="173823" y="74053"/>
                  </a:lnTo>
                  <a:lnTo>
                    <a:pt x="173823" y="46909"/>
                  </a:lnTo>
                  <a:lnTo>
                    <a:pt x="170489" y="46909"/>
                  </a:lnTo>
                  <a:lnTo>
                    <a:pt x="170489" y="42384"/>
                  </a:lnTo>
                  <a:lnTo>
                    <a:pt x="156918" y="42384"/>
                  </a:lnTo>
                  <a:lnTo>
                    <a:pt x="156918" y="46909"/>
                  </a:lnTo>
                  <a:lnTo>
                    <a:pt x="154775" y="46909"/>
                  </a:lnTo>
                  <a:lnTo>
                    <a:pt x="154775" y="39764"/>
                  </a:lnTo>
                  <a:lnTo>
                    <a:pt x="152156" y="39764"/>
                  </a:lnTo>
                  <a:lnTo>
                    <a:pt x="152156" y="46909"/>
                  </a:lnTo>
                  <a:lnTo>
                    <a:pt x="149773" y="46909"/>
                  </a:lnTo>
                  <a:lnTo>
                    <a:pt x="149773" y="39764"/>
                  </a:lnTo>
                  <a:lnTo>
                    <a:pt x="147393" y="39764"/>
                  </a:lnTo>
                  <a:lnTo>
                    <a:pt x="147393" y="46909"/>
                  </a:lnTo>
                  <a:lnTo>
                    <a:pt x="144059" y="46909"/>
                  </a:lnTo>
                  <a:lnTo>
                    <a:pt x="144059" y="74053"/>
                  </a:lnTo>
                  <a:lnTo>
                    <a:pt x="140725" y="74053"/>
                  </a:lnTo>
                  <a:lnTo>
                    <a:pt x="140725" y="33575"/>
                  </a:lnTo>
                  <a:lnTo>
                    <a:pt x="138820" y="33575"/>
                  </a:lnTo>
                  <a:lnTo>
                    <a:pt x="138820" y="31670"/>
                  </a:lnTo>
                  <a:lnTo>
                    <a:pt x="140011" y="31670"/>
                  </a:lnTo>
                  <a:lnTo>
                    <a:pt x="140011" y="30241"/>
                  </a:lnTo>
                  <a:lnTo>
                    <a:pt x="125963" y="30241"/>
                  </a:lnTo>
                  <a:lnTo>
                    <a:pt x="125963" y="31670"/>
                  </a:lnTo>
                  <a:lnTo>
                    <a:pt x="127154" y="31670"/>
                  </a:lnTo>
                  <a:lnTo>
                    <a:pt x="127154" y="33575"/>
                  </a:lnTo>
                  <a:lnTo>
                    <a:pt x="125009" y="33575"/>
                  </a:lnTo>
                  <a:lnTo>
                    <a:pt x="125009" y="74053"/>
                  </a:lnTo>
                  <a:lnTo>
                    <a:pt x="122152" y="74053"/>
                  </a:lnTo>
                  <a:lnTo>
                    <a:pt x="122152" y="16895"/>
                  </a:lnTo>
                  <a:lnTo>
                    <a:pt x="105247" y="30577"/>
                  </a:lnTo>
                  <a:lnTo>
                    <a:pt x="105247" y="74053"/>
                  </a:lnTo>
                  <a:lnTo>
                    <a:pt x="101913" y="74053"/>
                  </a:lnTo>
                  <a:lnTo>
                    <a:pt x="101913" y="15477"/>
                  </a:lnTo>
                  <a:lnTo>
                    <a:pt x="98104" y="15477"/>
                  </a:lnTo>
                  <a:lnTo>
                    <a:pt x="98104" y="7143"/>
                  </a:lnTo>
                  <a:lnTo>
                    <a:pt x="92864" y="7143"/>
                  </a:lnTo>
                  <a:lnTo>
                    <a:pt x="92864"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5"/>
            <p:cNvSpPr/>
            <p:nvPr/>
          </p:nvSpPr>
          <p:spPr>
            <a:xfrm>
              <a:off x="4085150" y="1913650"/>
              <a:ext cx="484900" cy="696450"/>
            </a:xfrm>
            <a:custGeom>
              <a:avLst/>
              <a:gdLst/>
              <a:ahLst/>
              <a:cxnLst/>
              <a:rect l="l" t="t" r="r" b="b"/>
              <a:pathLst>
                <a:path w="19396" h="27858" extrusionOk="0">
                  <a:moveTo>
                    <a:pt x="9703" y="1"/>
                  </a:moveTo>
                  <a:cubicBezTo>
                    <a:pt x="7679" y="1"/>
                    <a:pt x="8836" y="8049"/>
                    <a:pt x="8836" y="8049"/>
                  </a:cubicBezTo>
                  <a:lnTo>
                    <a:pt x="9099" y="8653"/>
                  </a:lnTo>
                  <a:cubicBezTo>
                    <a:pt x="8550" y="8894"/>
                    <a:pt x="8194" y="9435"/>
                    <a:pt x="8194" y="10037"/>
                  </a:cubicBezTo>
                  <a:cubicBezTo>
                    <a:pt x="8194" y="10093"/>
                    <a:pt x="8198" y="10150"/>
                    <a:pt x="8204" y="10204"/>
                  </a:cubicBezTo>
                  <a:lnTo>
                    <a:pt x="7548" y="10279"/>
                  </a:lnTo>
                  <a:cubicBezTo>
                    <a:pt x="7548" y="10279"/>
                    <a:pt x="1" y="13303"/>
                    <a:pt x="1013" y="15055"/>
                  </a:cubicBezTo>
                  <a:cubicBezTo>
                    <a:pt x="1163" y="15315"/>
                    <a:pt x="1432" y="15426"/>
                    <a:pt x="1781" y="15426"/>
                  </a:cubicBezTo>
                  <a:cubicBezTo>
                    <a:pt x="3782" y="15426"/>
                    <a:pt x="8417" y="11782"/>
                    <a:pt x="8417" y="11782"/>
                  </a:cubicBezTo>
                  <a:lnTo>
                    <a:pt x="8753" y="11250"/>
                  </a:lnTo>
                  <a:cubicBezTo>
                    <a:pt x="8844" y="11317"/>
                    <a:pt x="8989" y="11375"/>
                    <a:pt x="8989" y="11419"/>
                  </a:cubicBezTo>
                  <a:lnTo>
                    <a:pt x="8989" y="26429"/>
                  </a:lnTo>
                  <a:lnTo>
                    <a:pt x="8037" y="26429"/>
                  </a:lnTo>
                  <a:lnTo>
                    <a:pt x="8037" y="27858"/>
                  </a:lnTo>
                  <a:lnTo>
                    <a:pt x="11371" y="27858"/>
                  </a:lnTo>
                  <a:lnTo>
                    <a:pt x="11371" y="26429"/>
                  </a:lnTo>
                  <a:lnTo>
                    <a:pt x="10180" y="26429"/>
                  </a:lnTo>
                  <a:lnTo>
                    <a:pt x="10180" y="11427"/>
                  </a:lnTo>
                  <a:cubicBezTo>
                    <a:pt x="10417" y="11381"/>
                    <a:pt x="10448" y="11321"/>
                    <a:pt x="10542" y="11250"/>
                  </a:cubicBezTo>
                  <a:lnTo>
                    <a:pt x="10963" y="11782"/>
                  </a:lnTo>
                  <a:cubicBezTo>
                    <a:pt x="10963" y="11782"/>
                    <a:pt x="15608" y="15426"/>
                    <a:pt x="17612" y="15426"/>
                  </a:cubicBezTo>
                  <a:cubicBezTo>
                    <a:pt x="17962" y="15426"/>
                    <a:pt x="18231" y="15315"/>
                    <a:pt x="18381" y="15055"/>
                  </a:cubicBezTo>
                  <a:cubicBezTo>
                    <a:pt x="19395" y="13303"/>
                    <a:pt x="11858" y="10279"/>
                    <a:pt x="11858" y="10279"/>
                  </a:cubicBezTo>
                  <a:lnTo>
                    <a:pt x="11202" y="10204"/>
                  </a:lnTo>
                  <a:cubicBezTo>
                    <a:pt x="11210" y="10150"/>
                    <a:pt x="11212" y="10093"/>
                    <a:pt x="11212" y="10037"/>
                  </a:cubicBezTo>
                  <a:cubicBezTo>
                    <a:pt x="11212" y="9435"/>
                    <a:pt x="10858" y="8894"/>
                    <a:pt x="10307" y="8653"/>
                  </a:cubicBezTo>
                  <a:lnTo>
                    <a:pt x="10572" y="8049"/>
                  </a:lnTo>
                  <a:cubicBezTo>
                    <a:pt x="10572" y="8049"/>
                    <a:pt x="11729" y="1"/>
                    <a:pt x="9703" y="1"/>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5"/>
            <p:cNvSpPr/>
            <p:nvPr/>
          </p:nvSpPr>
          <p:spPr>
            <a:xfrm>
              <a:off x="564175" y="1913650"/>
              <a:ext cx="485225" cy="696450"/>
            </a:xfrm>
            <a:custGeom>
              <a:avLst/>
              <a:gdLst/>
              <a:ahLst/>
              <a:cxnLst/>
              <a:rect l="l" t="t" r="r" b="b"/>
              <a:pathLst>
                <a:path w="19409" h="27858" extrusionOk="0">
                  <a:moveTo>
                    <a:pt x="9704" y="1"/>
                  </a:moveTo>
                  <a:cubicBezTo>
                    <a:pt x="7678" y="1"/>
                    <a:pt x="8837" y="8049"/>
                    <a:pt x="8837" y="8049"/>
                  </a:cubicBezTo>
                  <a:lnTo>
                    <a:pt x="9101" y="8653"/>
                  </a:lnTo>
                  <a:cubicBezTo>
                    <a:pt x="8549" y="8894"/>
                    <a:pt x="8195" y="9435"/>
                    <a:pt x="8195" y="10037"/>
                  </a:cubicBezTo>
                  <a:cubicBezTo>
                    <a:pt x="8195" y="10093"/>
                    <a:pt x="8197" y="10150"/>
                    <a:pt x="8205" y="10204"/>
                  </a:cubicBezTo>
                  <a:lnTo>
                    <a:pt x="7549" y="10279"/>
                  </a:lnTo>
                  <a:cubicBezTo>
                    <a:pt x="7549" y="10279"/>
                    <a:pt x="0" y="13301"/>
                    <a:pt x="1012" y="15055"/>
                  </a:cubicBezTo>
                  <a:cubicBezTo>
                    <a:pt x="1162" y="15315"/>
                    <a:pt x="1431" y="15426"/>
                    <a:pt x="1780" y="15426"/>
                  </a:cubicBezTo>
                  <a:cubicBezTo>
                    <a:pt x="3782" y="15426"/>
                    <a:pt x="8419" y="11782"/>
                    <a:pt x="8419" y="11782"/>
                  </a:cubicBezTo>
                  <a:lnTo>
                    <a:pt x="8809" y="11250"/>
                  </a:lnTo>
                  <a:cubicBezTo>
                    <a:pt x="8901" y="11317"/>
                    <a:pt x="8998" y="11375"/>
                    <a:pt x="9103" y="11419"/>
                  </a:cubicBezTo>
                  <a:lnTo>
                    <a:pt x="9103" y="26429"/>
                  </a:lnTo>
                  <a:lnTo>
                    <a:pt x="8151" y="26429"/>
                  </a:lnTo>
                  <a:lnTo>
                    <a:pt x="8151" y="27858"/>
                  </a:lnTo>
                  <a:lnTo>
                    <a:pt x="11483" y="27858"/>
                  </a:lnTo>
                  <a:lnTo>
                    <a:pt x="11483" y="26429"/>
                  </a:lnTo>
                  <a:lnTo>
                    <a:pt x="10294" y="26429"/>
                  </a:lnTo>
                  <a:lnTo>
                    <a:pt x="10294" y="11427"/>
                  </a:lnTo>
                  <a:cubicBezTo>
                    <a:pt x="10402" y="11381"/>
                    <a:pt x="10505" y="11321"/>
                    <a:pt x="10600" y="11250"/>
                  </a:cubicBezTo>
                  <a:lnTo>
                    <a:pt x="10992" y="11782"/>
                  </a:lnTo>
                  <a:cubicBezTo>
                    <a:pt x="10992" y="11782"/>
                    <a:pt x="15627" y="15426"/>
                    <a:pt x="17628" y="15426"/>
                  </a:cubicBezTo>
                  <a:cubicBezTo>
                    <a:pt x="17977" y="15426"/>
                    <a:pt x="18246" y="15315"/>
                    <a:pt x="18396" y="15055"/>
                  </a:cubicBezTo>
                  <a:cubicBezTo>
                    <a:pt x="19408" y="13303"/>
                    <a:pt x="11859" y="10279"/>
                    <a:pt x="11859" y="10279"/>
                  </a:cubicBezTo>
                  <a:lnTo>
                    <a:pt x="11203" y="10204"/>
                  </a:lnTo>
                  <a:cubicBezTo>
                    <a:pt x="11209" y="10150"/>
                    <a:pt x="11213" y="10093"/>
                    <a:pt x="11213" y="10037"/>
                  </a:cubicBezTo>
                  <a:cubicBezTo>
                    <a:pt x="11213" y="9435"/>
                    <a:pt x="10857" y="8894"/>
                    <a:pt x="10308" y="8653"/>
                  </a:cubicBezTo>
                  <a:lnTo>
                    <a:pt x="10571" y="8049"/>
                  </a:lnTo>
                  <a:cubicBezTo>
                    <a:pt x="10571" y="8049"/>
                    <a:pt x="11728" y="1"/>
                    <a:pt x="9704" y="1"/>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5"/>
            <p:cNvSpPr/>
            <p:nvPr/>
          </p:nvSpPr>
          <p:spPr>
            <a:xfrm>
              <a:off x="6838500" y="1610050"/>
              <a:ext cx="485200" cy="696500"/>
            </a:xfrm>
            <a:custGeom>
              <a:avLst/>
              <a:gdLst/>
              <a:ahLst/>
              <a:cxnLst/>
              <a:rect l="l" t="t" r="r" b="b"/>
              <a:pathLst>
                <a:path w="19408" h="27860" extrusionOk="0">
                  <a:moveTo>
                    <a:pt x="9705" y="0"/>
                  </a:moveTo>
                  <a:cubicBezTo>
                    <a:pt x="7679" y="0"/>
                    <a:pt x="8836" y="8048"/>
                    <a:pt x="8836" y="8048"/>
                  </a:cubicBezTo>
                  <a:lnTo>
                    <a:pt x="9099" y="8652"/>
                  </a:lnTo>
                  <a:cubicBezTo>
                    <a:pt x="8550" y="8891"/>
                    <a:pt x="8194" y="9435"/>
                    <a:pt x="8194" y="10036"/>
                  </a:cubicBezTo>
                  <a:cubicBezTo>
                    <a:pt x="8194" y="10093"/>
                    <a:pt x="8198" y="10147"/>
                    <a:pt x="8204" y="10203"/>
                  </a:cubicBezTo>
                  <a:lnTo>
                    <a:pt x="7548" y="10278"/>
                  </a:lnTo>
                  <a:cubicBezTo>
                    <a:pt x="7548" y="10278"/>
                    <a:pt x="1" y="13300"/>
                    <a:pt x="1013" y="15054"/>
                  </a:cubicBezTo>
                  <a:cubicBezTo>
                    <a:pt x="1163" y="15315"/>
                    <a:pt x="1432" y="15425"/>
                    <a:pt x="1781" y="15425"/>
                  </a:cubicBezTo>
                  <a:cubicBezTo>
                    <a:pt x="3782" y="15425"/>
                    <a:pt x="8417" y="11781"/>
                    <a:pt x="8417" y="11781"/>
                  </a:cubicBezTo>
                  <a:lnTo>
                    <a:pt x="8810" y="11250"/>
                  </a:lnTo>
                  <a:cubicBezTo>
                    <a:pt x="8900" y="11318"/>
                    <a:pt x="8999" y="11374"/>
                    <a:pt x="9103" y="11421"/>
                  </a:cubicBezTo>
                  <a:lnTo>
                    <a:pt x="9103" y="26431"/>
                  </a:lnTo>
                  <a:lnTo>
                    <a:pt x="8150" y="26431"/>
                  </a:lnTo>
                  <a:lnTo>
                    <a:pt x="8150" y="27859"/>
                  </a:lnTo>
                  <a:lnTo>
                    <a:pt x="11484" y="27859"/>
                  </a:lnTo>
                  <a:lnTo>
                    <a:pt x="11484" y="26431"/>
                  </a:lnTo>
                  <a:lnTo>
                    <a:pt x="10292" y="26431"/>
                  </a:lnTo>
                  <a:lnTo>
                    <a:pt x="10292" y="11427"/>
                  </a:lnTo>
                  <a:cubicBezTo>
                    <a:pt x="10401" y="11380"/>
                    <a:pt x="10504" y="11322"/>
                    <a:pt x="10600" y="11252"/>
                  </a:cubicBezTo>
                  <a:lnTo>
                    <a:pt x="10991" y="11783"/>
                  </a:lnTo>
                  <a:cubicBezTo>
                    <a:pt x="10991" y="11783"/>
                    <a:pt x="15626" y="15427"/>
                    <a:pt x="17627" y="15427"/>
                  </a:cubicBezTo>
                  <a:cubicBezTo>
                    <a:pt x="17976" y="15427"/>
                    <a:pt x="18245" y="15317"/>
                    <a:pt x="18395" y="15056"/>
                  </a:cubicBezTo>
                  <a:cubicBezTo>
                    <a:pt x="19407" y="13304"/>
                    <a:pt x="11860" y="10280"/>
                    <a:pt x="11860" y="10280"/>
                  </a:cubicBezTo>
                  <a:lnTo>
                    <a:pt x="11204" y="10205"/>
                  </a:lnTo>
                  <a:cubicBezTo>
                    <a:pt x="11210" y="10149"/>
                    <a:pt x="11214" y="10093"/>
                    <a:pt x="11214" y="10036"/>
                  </a:cubicBezTo>
                  <a:cubicBezTo>
                    <a:pt x="11214" y="9437"/>
                    <a:pt x="10858" y="8894"/>
                    <a:pt x="10309" y="8654"/>
                  </a:cubicBezTo>
                  <a:lnTo>
                    <a:pt x="10572" y="8048"/>
                  </a:lnTo>
                  <a:cubicBezTo>
                    <a:pt x="10572" y="8048"/>
                    <a:pt x="11729" y="0"/>
                    <a:pt x="970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wo columns 2">
  <p:cSld name="CUSTOM_3_1">
    <p:bg>
      <p:bgPr>
        <a:gradFill>
          <a:gsLst>
            <a:gs pos="0">
              <a:schemeClr val="accent1"/>
            </a:gs>
            <a:gs pos="79000">
              <a:schemeClr val="lt1"/>
            </a:gs>
            <a:gs pos="100000">
              <a:schemeClr val="accent6"/>
            </a:gs>
          </a:gsLst>
          <a:lin ang="13500032" scaled="0"/>
        </a:gradFill>
        <a:effectLst/>
      </p:bgPr>
    </p:bg>
    <p:spTree>
      <p:nvGrpSpPr>
        <p:cNvPr id="1" name="Shape 254"/>
        <p:cNvGrpSpPr/>
        <p:nvPr/>
      </p:nvGrpSpPr>
      <p:grpSpPr>
        <a:xfrm>
          <a:off x="0" y="0"/>
          <a:ext cx="0" cy="0"/>
          <a:chOff x="0" y="0"/>
          <a:chExt cx="0" cy="0"/>
        </a:xfrm>
      </p:grpSpPr>
      <p:sp>
        <p:nvSpPr>
          <p:cNvPr id="255" name="Google Shape;255;p36"/>
          <p:cNvSpPr txBox="1">
            <a:spLocks noGrp="1"/>
          </p:cNvSpPr>
          <p:nvPr>
            <p:ph type="title"/>
          </p:nvPr>
        </p:nvSpPr>
        <p:spPr>
          <a:xfrm>
            <a:off x="715100" y="535000"/>
            <a:ext cx="7713900" cy="48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1pPr>
            <a:lvl2pPr lvl="1"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2pPr>
            <a:lvl3pPr lvl="2"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3pPr>
            <a:lvl4pPr lvl="3"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4pPr>
            <a:lvl5pPr lvl="4"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5pPr>
            <a:lvl6pPr lvl="5"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6pPr>
            <a:lvl7pPr lvl="6"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7pPr>
            <a:lvl8pPr lvl="7"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8pPr>
            <a:lvl9pPr lvl="8"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9pPr>
          </a:lstStyle>
          <a:p>
            <a:endParaRPr/>
          </a:p>
        </p:txBody>
      </p:sp>
      <p:sp>
        <p:nvSpPr>
          <p:cNvPr id="256" name="Google Shape;256;p36"/>
          <p:cNvSpPr/>
          <p:nvPr/>
        </p:nvSpPr>
        <p:spPr>
          <a:xfrm>
            <a:off x="-831750" y="-803177"/>
            <a:ext cx="1876772" cy="1884249"/>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6"/>
          <p:cNvSpPr/>
          <p:nvPr/>
        </p:nvSpPr>
        <p:spPr>
          <a:xfrm rot="5400000">
            <a:off x="6938425" y="3206185"/>
            <a:ext cx="2125171" cy="2459664"/>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6"/>
          <p:cNvSpPr/>
          <p:nvPr/>
        </p:nvSpPr>
        <p:spPr>
          <a:xfrm rot="-5971517">
            <a:off x="-891810" y="3970807"/>
            <a:ext cx="2255102" cy="2242303"/>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6"/>
          <p:cNvSpPr txBox="1">
            <a:spLocks noGrp="1"/>
          </p:cNvSpPr>
          <p:nvPr>
            <p:ph type="subTitle" idx="1"/>
          </p:nvPr>
        </p:nvSpPr>
        <p:spPr>
          <a:xfrm>
            <a:off x="1794275" y="1531225"/>
            <a:ext cx="3009000" cy="725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Font typeface="Patrick Hand"/>
              <a:buNone/>
              <a:defRPr sz="2400">
                <a:solidFill>
                  <a:schemeClr val="lt2"/>
                </a:solidFill>
                <a:latin typeface="Days One"/>
                <a:ea typeface="Days One"/>
                <a:cs typeface="Days One"/>
                <a:sym typeface="Days On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260" name="Google Shape;260;p36"/>
          <p:cNvSpPr txBox="1">
            <a:spLocks noGrp="1"/>
          </p:cNvSpPr>
          <p:nvPr>
            <p:ph type="subTitle" idx="2"/>
          </p:nvPr>
        </p:nvSpPr>
        <p:spPr>
          <a:xfrm>
            <a:off x="5662225" y="3027125"/>
            <a:ext cx="3009000" cy="77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Font typeface="Patrick Hand"/>
              <a:buNone/>
              <a:defRPr sz="2400">
                <a:solidFill>
                  <a:schemeClr val="lt2"/>
                </a:solidFill>
                <a:latin typeface="Days One"/>
                <a:ea typeface="Days One"/>
                <a:cs typeface="Days One"/>
                <a:sym typeface="Days On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261" name="Google Shape;261;p36"/>
          <p:cNvSpPr txBox="1">
            <a:spLocks noGrp="1"/>
          </p:cNvSpPr>
          <p:nvPr>
            <p:ph type="subTitle" idx="3"/>
          </p:nvPr>
        </p:nvSpPr>
        <p:spPr>
          <a:xfrm>
            <a:off x="1794275" y="2393925"/>
            <a:ext cx="2754300" cy="548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2" name="Google Shape;262;p36"/>
          <p:cNvSpPr txBox="1">
            <a:spLocks noGrp="1"/>
          </p:cNvSpPr>
          <p:nvPr>
            <p:ph type="subTitle" idx="4"/>
          </p:nvPr>
        </p:nvSpPr>
        <p:spPr>
          <a:xfrm>
            <a:off x="5662225" y="3945975"/>
            <a:ext cx="2754300" cy="548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2">
  <p:cSld name="CUSTOM_3_1_1">
    <p:bg>
      <p:bgPr>
        <a:gradFill>
          <a:gsLst>
            <a:gs pos="0">
              <a:schemeClr val="accent1"/>
            </a:gs>
            <a:gs pos="79000">
              <a:schemeClr val="lt1"/>
            </a:gs>
            <a:gs pos="100000">
              <a:schemeClr val="accent6"/>
            </a:gs>
          </a:gsLst>
          <a:lin ang="8099331" scaled="0"/>
        </a:gradFill>
        <a:effectLst/>
      </p:bgPr>
    </p:bg>
    <p:spTree>
      <p:nvGrpSpPr>
        <p:cNvPr id="1" name="Shape 263"/>
        <p:cNvGrpSpPr/>
        <p:nvPr/>
      </p:nvGrpSpPr>
      <p:grpSpPr>
        <a:xfrm>
          <a:off x="0" y="0"/>
          <a:ext cx="0" cy="0"/>
          <a:chOff x="0" y="0"/>
          <a:chExt cx="0" cy="0"/>
        </a:xfrm>
      </p:grpSpPr>
      <p:sp>
        <p:nvSpPr>
          <p:cNvPr id="264" name="Google Shape;264;p37"/>
          <p:cNvSpPr txBox="1">
            <a:spLocks noGrp="1"/>
          </p:cNvSpPr>
          <p:nvPr>
            <p:ph type="title"/>
          </p:nvPr>
        </p:nvSpPr>
        <p:spPr>
          <a:xfrm>
            <a:off x="715100" y="535000"/>
            <a:ext cx="7713900" cy="48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1pPr>
            <a:lvl2pPr lvl="1"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2pPr>
            <a:lvl3pPr lvl="2"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3pPr>
            <a:lvl4pPr lvl="3"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4pPr>
            <a:lvl5pPr lvl="4"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5pPr>
            <a:lvl6pPr lvl="5"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6pPr>
            <a:lvl7pPr lvl="6"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7pPr>
            <a:lvl8pPr lvl="7"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8pPr>
            <a:lvl9pPr lvl="8"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9pPr>
          </a:lstStyle>
          <a:p>
            <a:endParaRPr/>
          </a:p>
        </p:txBody>
      </p:sp>
      <p:sp>
        <p:nvSpPr>
          <p:cNvPr id="265" name="Google Shape;265;p37"/>
          <p:cNvSpPr/>
          <p:nvPr/>
        </p:nvSpPr>
        <p:spPr>
          <a:xfrm>
            <a:off x="-1915550" y="746263"/>
            <a:ext cx="2412819" cy="2422431"/>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7"/>
          <p:cNvSpPr/>
          <p:nvPr/>
        </p:nvSpPr>
        <p:spPr>
          <a:xfrm>
            <a:off x="7912200" y="4110938"/>
            <a:ext cx="2412819" cy="2422431"/>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3">
  <p:cSld name="CUSTOM_3_1_1_1">
    <p:bg>
      <p:bgPr>
        <a:gradFill>
          <a:gsLst>
            <a:gs pos="0">
              <a:schemeClr val="accent1"/>
            </a:gs>
            <a:gs pos="79000">
              <a:schemeClr val="lt1"/>
            </a:gs>
            <a:gs pos="100000">
              <a:schemeClr val="accent6"/>
            </a:gs>
          </a:gsLst>
          <a:lin ang="13500032" scaled="0"/>
        </a:gradFill>
        <a:effectLst/>
      </p:bgPr>
    </p:bg>
    <p:spTree>
      <p:nvGrpSpPr>
        <p:cNvPr id="1" name="Shape 267"/>
        <p:cNvGrpSpPr/>
        <p:nvPr/>
      </p:nvGrpSpPr>
      <p:grpSpPr>
        <a:xfrm>
          <a:off x="0" y="0"/>
          <a:ext cx="0" cy="0"/>
          <a:chOff x="0" y="0"/>
          <a:chExt cx="0" cy="0"/>
        </a:xfrm>
      </p:grpSpPr>
      <p:sp>
        <p:nvSpPr>
          <p:cNvPr id="268" name="Google Shape;268;p38"/>
          <p:cNvSpPr txBox="1">
            <a:spLocks noGrp="1"/>
          </p:cNvSpPr>
          <p:nvPr>
            <p:ph type="title"/>
          </p:nvPr>
        </p:nvSpPr>
        <p:spPr>
          <a:xfrm>
            <a:off x="715100" y="535000"/>
            <a:ext cx="7713900" cy="48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1pPr>
            <a:lvl2pPr lvl="1"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2pPr>
            <a:lvl3pPr lvl="2"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3pPr>
            <a:lvl4pPr lvl="3"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4pPr>
            <a:lvl5pPr lvl="4"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5pPr>
            <a:lvl6pPr lvl="5"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6pPr>
            <a:lvl7pPr lvl="6"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7pPr>
            <a:lvl8pPr lvl="7"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8pPr>
            <a:lvl9pPr lvl="8" rtl="0">
              <a:spcBef>
                <a:spcPts val="0"/>
              </a:spcBef>
              <a:spcAft>
                <a:spcPts val="0"/>
              </a:spcAft>
              <a:buClr>
                <a:schemeClr val="lt2"/>
              </a:buClr>
              <a:buSzPts val="3200"/>
              <a:buFont typeface="Days One"/>
              <a:buNone/>
              <a:defRPr sz="3200">
                <a:solidFill>
                  <a:schemeClr val="lt2"/>
                </a:solidFill>
                <a:latin typeface="Days One"/>
                <a:ea typeface="Days One"/>
                <a:cs typeface="Days One"/>
                <a:sym typeface="Days One"/>
              </a:defRPr>
            </a:lvl9pPr>
          </a:lstStyle>
          <a:p>
            <a:endParaRPr/>
          </a:p>
        </p:txBody>
      </p:sp>
      <p:sp>
        <p:nvSpPr>
          <p:cNvPr id="269" name="Google Shape;269;p38"/>
          <p:cNvSpPr/>
          <p:nvPr/>
        </p:nvSpPr>
        <p:spPr>
          <a:xfrm>
            <a:off x="-1260625" y="2994538"/>
            <a:ext cx="2412819" cy="2422431"/>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8"/>
          <p:cNvSpPr/>
          <p:nvPr/>
        </p:nvSpPr>
        <p:spPr>
          <a:xfrm>
            <a:off x="8004075" y="253338"/>
            <a:ext cx="2412819" cy="2422431"/>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wo columns 1">
  <p:cSld name="BLANK_1_1_1_2_1">
    <p:bg>
      <p:bgPr>
        <a:gradFill>
          <a:gsLst>
            <a:gs pos="0">
              <a:schemeClr val="accent1"/>
            </a:gs>
            <a:gs pos="79000">
              <a:schemeClr val="lt1"/>
            </a:gs>
            <a:gs pos="100000">
              <a:schemeClr val="accent6"/>
            </a:gs>
          </a:gsLst>
          <a:lin ang="2700006" scaled="0"/>
        </a:gradFill>
        <a:effectLst/>
      </p:bgPr>
    </p:bg>
    <p:spTree>
      <p:nvGrpSpPr>
        <p:cNvPr id="1" name="Shape 271"/>
        <p:cNvGrpSpPr/>
        <p:nvPr/>
      </p:nvGrpSpPr>
      <p:grpSpPr>
        <a:xfrm>
          <a:off x="0" y="0"/>
          <a:ext cx="0" cy="0"/>
          <a:chOff x="0" y="0"/>
          <a:chExt cx="0" cy="0"/>
        </a:xfrm>
      </p:grpSpPr>
      <p:sp>
        <p:nvSpPr>
          <p:cNvPr id="272" name="Google Shape;272;p39"/>
          <p:cNvSpPr txBox="1">
            <a:spLocks noGrp="1"/>
          </p:cNvSpPr>
          <p:nvPr>
            <p:ph type="title"/>
          </p:nvPr>
        </p:nvSpPr>
        <p:spPr>
          <a:xfrm>
            <a:off x="1199400" y="2956725"/>
            <a:ext cx="2613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3" name="Google Shape;273;p39"/>
          <p:cNvSpPr txBox="1">
            <a:spLocks noGrp="1"/>
          </p:cNvSpPr>
          <p:nvPr>
            <p:ph type="subTitle" idx="1"/>
          </p:nvPr>
        </p:nvSpPr>
        <p:spPr>
          <a:xfrm>
            <a:off x="1199400" y="3619450"/>
            <a:ext cx="26136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39"/>
          <p:cNvSpPr txBox="1">
            <a:spLocks noGrp="1"/>
          </p:cNvSpPr>
          <p:nvPr>
            <p:ph type="title" idx="2"/>
          </p:nvPr>
        </p:nvSpPr>
        <p:spPr>
          <a:xfrm>
            <a:off x="5331000" y="2956725"/>
            <a:ext cx="2613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5" name="Google Shape;275;p39"/>
          <p:cNvSpPr txBox="1">
            <a:spLocks noGrp="1"/>
          </p:cNvSpPr>
          <p:nvPr>
            <p:ph type="subTitle" idx="3"/>
          </p:nvPr>
        </p:nvSpPr>
        <p:spPr>
          <a:xfrm>
            <a:off x="5331000" y="3619450"/>
            <a:ext cx="26136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39"/>
          <p:cNvSpPr txBox="1">
            <a:spLocks noGrp="1"/>
          </p:cNvSpPr>
          <p:nvPr>
            <p:ph type="title" idx="4"/>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7" name="Google Shape;277;p39"/>
          <p:cNvSpPr/>
          <p:nvPr/>
        </p:nvSpPr>
        <p:spPr>
          <a:xfrm>
            <a:off x="-1555350" y="-1353700"/>
            <a:ext cx="2755792" cy="2766771"/>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9"/>
          <p:cNvSpPr/>
          <p:nvPr/>
        </p:nvSpPr>
        <p:spPr>
          <a:xfrm rot="5400000">
            <a:off x="-370313" y="3023340"/>
            <a:ext cx="2713840" cy="3170314"/>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9"/>
          <p:cNvSpPr/>
          <p:nvPr/>
        </p:nvSpPr>
        <p:spPr>
          <a:xfrm rot="6267529">
            <a:off x="7619869" y="-652654"/>
            <a:ext cx="2593712" cy="2578865"/>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p:cSld name="BLANK_1_1_1_1">
    <p:bg>
      <p:bgPr>
        <a:gradFill>
          <a:gsLst>
            <a:gs pos="0">
              <a:schemeClr val="accent1"/>
            </a:gs>
            <a:gs pos="79000">
              <a:schemeClr val="lt1"/>
            </a:gs>
            <a:gs pos="100000">
              <a:schemeClr val="accent6"/>
            </a:gs>
          </a:gsLst>
          <a:lin ang="2700006" scaled="0"/>
        </a:gradFill>
        <a:effectLst/>
      </p:bgPr>
    </p:bg>
    <p:spTree>
      <p:nvGrpSpPr>
        <p:cNvPr id="1" name="Shape 280"/>
        <p:cNvGrpSpPr/>
        <p:nvPr/>
      </p:nvGrpSpPr>
      <p:grpSpPr>
        <a:xfrm>
          <a:off x="0" y="0"/>
          <a:ext cx="0" cy="0"/>
          <a:chOff x="0" y="0"/>
          <a:chExt cx="0" cy="0"/>
        </a:xfrm>
      </p:grpSpPr>
      <p:sp>
        <p:nvSpPr>
          <p:cNvPr id="281" name="Google Shape;281;p40"/>
          <p:cNvSpPr/>
          <p:nvPr/>
        </p:nvSpPr>
        <p:spPr>
          <a:xfrm rot="10800000">
            <a:off x="-386221" y="-511177"/>
            <a:ext cx="2202633" cy="2573002"/>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0"/>
          <p:cNvSpPr/>
          <p:nvPr/>
        </p:nvSpPr>
        <p:spPr>
          <a:xfrm>
            <a:off x="8255100" y="4249475"/>
            <a:ext cx="1841422" cy="1848758"/>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0"/>
          <p:cNvSpPr/>
          <p:nvPr/>
        </p:nvSpPr>
        <p:spPr>
          <a:xfrm rot="-925259">
            <a:off x="6800108" y="-524600"/>
            <a:ext cx="2784680" cy="3222977"/>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0"/>
          <p:cNvSpPr txBox="1">
            <a:spLocks noGrp="1"/>
          </p:cNvSpPr>
          <p:nvPr>
            <p:ph type="title"/>
          </p:nvPr>
        </p:nvSpPr>
        <p:spPr>
          <a:xfrm>
            <a:off x="1431142" y="1530450"/>
            <a:ext cx="2784900" cy="527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5" name="Google Shape;285;p40"/>
          <p:cNvSpPr txBox="1">
            <a:spLocks noGrp="1"/>
          </p:cNvSpPr>
          <p:nvPr>
            <p:ph type="subTitle" idx="1"/>
          </p:nvPr>
        </p:nvSpPr>
        <p:spPr>
          <a:xfrm>
            <a:off x="1431143" y="2116975"/>
            <a:ext cx="2789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6" name="Google Shape;286;p40"/>
          <p:cNvSpPr txBox="1">
            <a:spLocks noGrp="1"/>
          </p:cNvSpPr>
          <p:nvPr>
            <p:ph type="title" idx="2"/>
          </p:nvPr>
        </p:nvSpPr>
        <p:spPr>
          <a:xfrm>
            <a:off x="5568333" y="1530450"/>
            <a:ext cx="2789400" cy="527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7" name="Google Shape;287;p40"/>
          <p:cNvSpPr txBox="1">
            <a:spLocks noGrp="1"/>
          </p:cNvSpPr>
          <p:nvPr>
            <p:ph type="subTitle" idx="3"/>
          </p:nvPr>
        </p:nvSpPr>
        <p:spPr>
          <a:xfrm>
            <a:off x="5568333" y="2116975"/>
            <a:ext cx="2789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8" name="Google Shape;288;p40"/>
          <p:cNvSpPr txBox="1">
            <a:spLocks noGrp="1"/>
          </p:cNvSpPr>
          <p:nvPr>
            <p:ph type="title" idx="4"/>
          </p:nvPr>
        </p:nvSpPr>
        <p:spPr>
          <a:xfrm>
            <a:off x="1431143" y="3268650"/>
            <a:ext cx="2784900" cy="527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9" name="Google Shape;289;p40"/>
          <p:cNvSpPr txBox="1">
            <a:spLocks noGrp="1"/>
          </p:cNvSpPr>
          <p:nvPr>
            <p:ph type="subTitle" idx="5"/>
          </p:nvPr>
        </p:nvSpPr>
        <p:spPr>
          <a:xfrm>
            <a:off x="1431143" y="3855175"/>
            <a:ext cx="2789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0" name="Google Shape;290;p40"/>
          <p:cNvSpPr txBox="1">
            <a:spLocks noGrp="1"/>
          </p:cNvSpPr>
          <p:nvPr>
            <p:ph type="title" idx="6"/>
          </p:nvPr>
        </p:nvSpPr>
        <p:spPr>
          <a:xfrm>
            <a:off x="5568333" y="3268650"/>
            <a:ext cx="2784900" cy="527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1" name="Google Shape;291;p40"/>
          <p:cNvSpPr txBox="1">
            <a:spLocks noGrp="1"/>
          </p:cNvSpPr>
          <p:nvPr>
            <p:ph type="subTitle" idx="7"/>
          </p:nvPr>
        </p:nvSpPr>
        <p:spPr>
          <a:xfrm>
            <a:off x="5568333" y="3855175"/>
            <a:ext cx="2789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2" name="Google Shape;292;p40"/>
          <p:cNvSpPr txBox="1">
            <a:spLocks noGrp="1"/>
          </p:cNvSpPr>
          <p:nvPr>
            <p:ph type="title" idx="8"/>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four columns 1">
  <p:cSld name="BLANK_1_1_1_1_2">
    <p:bg>
      <p:bgPr>
        <a:gradFill>
          <a:gsLst>
            <a:gs pos="0">
              <a:schemeClr val="accent1"/>
            </a:gs>
            <a:gs pos="79000">
              <a:schemeClr val="lt1"/>
            </a:gs>
            <a:gs pos="100000">
              <a:schemeClr val="accent6"/>
            </a:gs>
          </a:gsLst>
          <a:lin ang="8099331" scaled="0"/>
        </a:gradFill>
        <a:effectLst/>
      </p:bgPr>
    </p:bg>
    <p:spTree>
      <p:nvGrpSpPr>
        <p:cNvPr id="1" name="Shape 293"/>
        <p:cNvGrpSpPr/>
        <p:nvPr/>
      </p:nvGrpSpPr>
      <p:grpSpPr>
        <a:xfrm>
          <a:off x="0" y="0"/>
          <a:ext cx="0" cy="0"/>
          <a:chOff x="0" y="0"/>
          <a:chExt cx="0" cy="0"/>
        </a:xfrm>
      </p:grpSpPr>
      <p:sp>
        <p:nvSpPr>
          <p:cNvPr id="294" name="Google Shape;294;p41"/>
          <p:cNvSpPr/>
          <p:nvPr/>
        </p:nvSpPr>
        <p:spPr>
          <a:xfrm>
            <a:off x="7827701" y="719300"/>
            <a:ext cx="2387589" cy="2397100"/>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1"/>
          <p:cNvSpPr txBox="1">
            <a:spLocks noGrp="1"/>
          </p:cNvSpPr>
          <p:nvPr>
            <p:ph type="title"/>
          </p:nvPr>
        </p:nvSpPr>
        <p:spPr>
          <a:xfrm>
            <a:off x="1475517" y="1712475"/>
            <a:ext cx="2784900" cy="527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6" name="Google Shape;296;p41"/>
          <p:cNvSpPr txBox="1">
            <a:spLocks noGrp="1"/>
          </p:cNvSpPr>
          <p:nvPr>
            <p:ph type="subTitle" idx="1"/>
          </p:nvPr>
        </p:nvSpPr>
        <p:spPr>
          <a:xfrm>
            <a:off x="1475518" y="2299000"/>
            <a:ext cx="2789400" cy="484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7" name="Google Shape;297;p41"/>
          <p:cNvSpPr txBox="1">
            <a:spLocks noGrp="1"/>
          </p:cNvSpPr>
          <p:nvPr>
            <p:ph type="title" idx="2"/>
          </p:nvPr>
        </p:nvSpPr>
        <p:spPr>
          <a:xfrm>
            <a:off x="4879083" y="1712475"/>
            <a:ext cx="2789400" cy="527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8" name="Google Shape;298;p41"/>
          <p:cNvSpPr txBox="1">
            <a:spLocks noGrp="1"/>
          </p:cNvSpPr>
          <p:nvPr>
            <p:ph type="subTitle" idx="3"/>
          </p:nvPr>
        </p:nvSpPr>
        <p:spPr>
          <a:xfrm>
            <a:off x="4879083" y="2299000"/>
            <a:ext cx="2789400" cy="484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9" name="Google Shape;299;p41"/>
          <p:cNvSpPr txBox="1">
            <a:spLocks noGrp="1"/>
          </p:cNvSpPr>
          <p:nvPr>
            <p:ph type="title" idx="4"/>
          </p:nvPr>
        </p:nvSpPr>
        <p:spPr>
          <a:xfrm>
            <a:off x="1425575" y="3537250"/>
            <a:ext cx="2889300" cy="527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0" name="Google Shape;300;p41"/>
          <p:cNvSpPr txBox="1">
            <a:spLocks noGrp="1"/>
          </p:cNvSpPr>
          <p:nvPr>
            <p:ph type="subTitle" idx="5"/>
          </p:nvPr>
        </p:nvSpPr>
        <p:spPr>
          <a:xfrm>
            <a:off x="1475518" y="4123775"/>
            <a:ext cx="2789400" cy="484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1" name="Google Shape;301;p41"/>
          <p:cNvSpPr txBox="1">
            <a:spLocks noGrp="1"/>
          </p:cNvSpPr>
          <p:nvPr>
            <p:ph type="title" idx="6"/>
          </p:nvPr>
        </p:nvSpPr>
        <p:spPr>
          <a:xfrm>
            <a:off x="4879083" y="3537250"/>
            <a:ext cx="2784900" cy="527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2" name="Google Shape;302;p41"/>
          <p:cNvSpPr txBox="1">
            <a:spLocks noGrp="1"/>
          </p:cNvSpPr>
          <p:nvPr>
            <p:ph type="subTitle" idx="7"/>
          </p:nvPr>
        </p:nvSpPr>
        <p:spPr>
          <a:xfrm>
            <a:off x="4879083" y="4123775"/>
            <a:ext cx="2789400" cy="484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3" name="Google Shape;303;p41"/>
          <p:cNvSpPr txBox="1">
            <a:spLocks noGrp="1"/>
          </p:cNvSpPr>
          <p:nvPr>
            <p:ph type="title" idx="8"/>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4" name="Google Shape;304;p41"/>
          <p:cNvSpPr/>
          <p:nvPr/>
        </p:nvSpPr>
        <p:spPr>
          <a:xfrm>
            <a:off x="-1069574" y="2352600"/>
            <a:ext cx="2387589" cy="2397100"/>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five columns">
  <p:cSld name="BLANK_1_1_1_1_2_1">
    <p:bg>
      <p:bgPr>
        <a:gradFill>
          <a:gsLst>
            <a:gs pos="0">
              <a:schemeClr val="accent1"/>
            </a:gs>
            <a:gs pos="79000">
              <a:schemeClr val="lt1"/>
            </a:gs>
            <a:gs pos="100000">
              <a:schemeClr val="accent6"/>
            </a:gs>
          </a:gsLst>
          <a:lin ang="8099331" scaled="0"/>
        </a:gradFill>
        <a:effectLst/>
      </p:bgPr>
    </p:bg>
    <p:spTree>
      <p:nvGrpSpPr>
        <p:cNvPr id="1" name="Shape 305"/>
        <p:cNvGrpSpPr/>
        <p:nvPr/>
      </p:nvGrpSpPr>
      <p:grpSpPr>
        <a:xfrm>
          <a:off x="0" y="0"/>
          <a:ext cx="0" cy="0"/>
          <a:chOff x="0" y="0"/>
          <a:chExt cx="0" cy="0"/>
        </a:xfrm>
      </p:grpSpPr>
      <p:sp>
        <p:nvSpPr>
          <p:cNvPr id="306" name="Google Shape;306;p42"/>
          <p:cNvSpPr/>
          <p:nvPr/>
        </p:nvSpPr>
        <p:spPr>
          <a:xfrm>
            <a:off x="7827701" y="2746400"/>
            <a:ext cx="2387589" cy="2397100"/>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2"/>
          <p:cNvSpPr txBox="1">
            <a:spLocks noGrp="1"/>
          </p:cNvSpPr>
          <p:nvPr>
            <p:ph type="title"/>
          </p:nvPr>
        </p:nvSpPr>
        <p:spPr>
          <a:xfrm>
            <a:off x="2018102" y="3537250"/>
            <a:ext cx="2304300" cy="527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8" name="Google Shape;308;p42"/>
          <p:cNvSpPr txBox="1">
            <a:spLocks noGrp="1"/>
          </p:cNvSpPr>
          <p:nvPr>
            <p:ph type="subTitle" idx="1"/>
          </p:nvPr>
        </p:nvSpPr>
        <p:spPr>
          <a:xfrm>
            <a:off x="2018102" y="4123775"/>
            <a:ext cx="2304300" cy="484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42"/>
          <p:cNvSpPr txBox="1">
            <a:spLocks noGrp="1"/>
          </p:cNvSpPr>
          <p:nvPr>
            <p:ph type="title" idx="2"/>
          </p:nvPr>
        </p:nvSpPr>
        <p:spPr>
          <a:xfrm>
            <a:off x="4779629" y="3537250"/>
            <a:ext cx="2568000" cy="527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0" name="Google Shape;310;p42"/>
          <p:cNvSpPr txBox="1">
            <a:spLocks noGrp="1"/>
          </p:cNvSpPr>
          <p:nvPr>
            <p:ph type="subTitle" idx="3"/>
          </p:nvPr>
        </p:nvSpPr>
        <p:spPr>
          <a:xfrm>
            <a:off x="4911479" y="4123775"/>
            <a:ext cx="2304300" cy="484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1" name="Google Shape;311;p42"/>
          <p:cNvSpPr txBox="1">
            <a:spLocks noGrp="1"/>
          </p:cNvSpPr>
          <p:nvPr>
            <p:ph type="title" idx="4"/>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2" name="Google Shape;312;p42"/>
          <p:cNvSpPr/>
          <p:nvPr/>
        </p:nvSpPr>
        <p:spPr>
          <a:xfrm>
            <a:off x="-1069574" y="532925"/>
            <a:ext cx="2387589" cy="2397100"/>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2"/>
          <p:cNvSpPr txBox="1">
            <a:spLocks noGrp="1"/>
          </p:cNvSpPr>
          <p:nvPr>
            <p:ph type="title" idx="5"/>
          </p:nvPr>
        </p:nvSpPr>
        <p:spPr>
          <a:xfrm>
            <a:off x="720000" y="1786675"/>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4" name="Google Shape;314;p42"/>
          <p:cNvSpPr txBox="1">
            <a:spLocks noGrp="1"/>
          </p:cNvSpPr>
          <p:nvPr>
            <p:ph type="subTitle" idx="6"/>
          </p:nvPr>
        </p:nvSpPr>
        <p:spPr>
          <a:xfrm>
            <a:off x="720000" y="2373200"/>
            <a:ext cx="2305500" cy="4848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5" name="Google Shape;315;p42"/>
          <p:cNvSpPr txBox="1">
            <a:spLocks noGrp="1"/>
          </p:cNvSpPr>
          <p:nvPr>
            <p:ph type="title" idx="7"/>
          </p:nvPr>
        </p:nvSpPr>
        <p:spPr>
          <a:xfrm>
            <a:off x="3222325" y="1786675"/>
            <a:ext cx="2699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6" name="Google Shape;316;p42"/>
          <p:cNvSpPr txBox="1">
            <a:spLocks noGrp="1"/>
          </p:cNvSpPr>
          <p:nvPr>
            <p:ph type="subTitle" idx="8"/>
          </p:nvPr>
        </p:nvSpPr>
        <p:spPr>
          <a:xfrm>
            <a:off x="3419273" y="2373200"/>
            <a:ext cx="2305500" cy="4848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7" name="Google Shape;317;p42"/>
          <p:cNvSpPr txBox="1">
            <a:spLocks noGrp="1"/>
          </p:cNvSpPr>
          <p:nvPr>
            <p:ph type="title" idx="9"/>
          </p:nvPr>
        </p:nvSpPr>
        <p:spPr>
          <a:xfrm>
            <a:off x="6118545" y="1786675"/>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8" name="Google Shape;318;p42"/>
          <p:cNvSpPr txBox="1">
            <a:spLocks noGrp="1"/>
          </p:cNvSpPr>
          <p:nvPr>
            <p:ph type="subTitle" idx="13"/>
          </p:nvPr>
        </p:nvSpPr>
        <p:spPr>
          <a:xfrm>
            <a:off x="6118545" y="2373200"/>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six columns">
  <p:cSld name="BLANK_1_1_1_1_1">
    <p:bg>
      <p:bgPr>
        <a:gradFill>
          <a:gsLst>
            <a:gs pos="0">
              <a:schemeClr val="accent1"/>
            </a:gs>
            <a:gs pos="79000">
              <a:schemeClr val="lt1"/>
            </a:gs>
            <a:gs pos="100000">
              <a:schemeClr val="accent6"/>
            </a:gs>
          </a:gsLst>
          <a:lin ang="13500032" scaled="0"/>
        </a:gradFill>
        <a:effectLst/>
      </p:bgPr>
    </p:bg>
    <p:spTree>
      <p:nvGrpSpPr>
        <p:cNvPr id="1" name="Shape 319"/>
        <p:cNvGrpSpPr/>
        <p:nvPr/>
      </p:nvGrpSpPr>
      <p:grpSpPr>
        <a:xfrm>
          <a:off x="0" y="0"/>
          <a:ext cx="0" cy="0"/>
          <a:chOff x="0" y="0"/>
          <a:chExt cx="0" cy="0"/>
        </a:xfrm>
      </p:grpSpPr>
      <p:sp>
        <p:nvSpPr>
          <p:cNvPr id="320" name="Google Shape;320;p43"/>
          <p:cNvSpPr/>
          <p:nvPr/>
        </p:nvSpPr>
        <p:spPr>
          <a:xfrm rot="5400000">
            <a:off x="7014897" y="3025990"/>
            <a:ext cx="2115068" cy="2447971"/>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3"/>
          <p:cNvSpPr/>
          <p:nvPr/>
        </p:nvSpPr>
        <p:spPr>
          <a:xfrm rot="-5400000">
            <a:off x="-52653" y="-450410"/>
            <a:ext cx="2115068" cy="2447971"/>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3"/>
          <p:cNvSpPr/>
          <p:nvPr/>
        </p:nvSpPr>
        <p:spPr>
          <a:xfrm>
            <a:off x="-1022250" y="4158430"/>
            <a:ext cx="2025591" cy="2033661"/>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3"/>
          <p:cNvSpPr txBox="1">
            <a:spLocks noGrp="1"/>
          </p:cNvSpPr>
          <p:nvPr>
            <p:ph type="title"/>
          </p:nvPr>
        </p:nvSpPr>
        <p:spPr>
          <a:xfrm>
            <a:off x="720000" y="16828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4" name="Google Shape;324;p43"/>
          <p:cNvSpPr txBox="1">
            <a:spLocks noGrp="1"/>
          </p:cNvSpPr>
          <p:nvPr>
            <p:ph type="subTitle" idx="1"/>
          </p:nvPr>
        </p:nvSpPr>
        <p:spPr>
          <a:xfrm>
            <a:off x="720000" y="2269375"/>
            <a:ext cx="2305500" cy="4848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5" name="Google Shape;325;p43"/>
          <p:cNvSpPr txBox="1">
            <a:spLocks noGrp="1"/>
          </p:cNvSpPr>
          <p:nvPr>
            <p:ph type="title" idx="2"/>
          </p:nvPr>
        </p:nvSpPr>
        <p:spPr>
          <a:xfrm>
            <a:off x="3419269" y="16828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6" name="Google Shape;326;p43"/>
          <p:cNvSpPr txBox="1">
            <a:spLocks noGrp="1"/>
          </p:cNvSpPr>
          <p:nvPr>
            <p:ph type="subTitle" idx="3"/>
          </p:nvPr>
        </p:nvSpPr>
        <p:spPr>
          <a:xfrm>
            <a:off x="3419269" y="2269375"/>
            <a:ext cx="2305500" cy="4848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7" name="Google Shape;327;p43"/>
          <p:cNvSpPr txBox="1">
            <a:spLocks noGrp="1"/>
          </p:cNvSpPr>
          <p:nvPr>
            <p:ph type="title" idx="4"/>
          </p:nvPr>
        </p:nvSpPr>
        <p:spPr>
          <a:xfrm>
            <a:off x="720000" y="31924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8" name="Google Shape;328;p43"/>
          <p:cNvSpPr txBox="1">
            <a:spLocks noGrp="1"/>
          </p:cNvSpPr>
          <p:nvPr>
            <p:ph type="subTitle" idx="5"/>
          </p:nvPr>
        </p:nvSpPr>
        <p:spPr>
          <a:xfrm>
            <a:off x="720000" y="37789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9" name="Google Shape;329;p43"/>
          <p:cNvSpPr txBox="1">
            <a:spLocks noGrp="1"/>
          </p:cNvSpPr>
          <p:nvPr>
            <p:ph type="title" idx="6"/>
          </p:nvPr>
        </p:nvSpPr>
        <p:spPr>
          <a:xfrm>
            <a:off x="3419269" y="31924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0" name="Google Shape;330;p43"/>
          <p:cNvSpPr txBox="1">
            <a:spLocks noGrp="1"/>
          </p:cNvSpPr>
          <p:nvPr>
            <p:ph type="subTitle" idx="7"/>
          </p:nvPr>
        </p:nvSpPr>
        <p:spPr>
          <a:xfrm>
            <a:off x="3419269" y="37789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1" name="Google Shape;331;p43"/>
          <p:cNvSpPr txBox="1">
            <a:spLocks noGrp="1"/>
          </p:cNvSpPr>
          <p:nvPr>
            <p:ph type="title" idx="8"/>
          </p:nvPr>
        </p:nvSpPr>
        <p:spPr>
          <a:xfrm>
            <a:off x="6118545" y="16828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2" name="Google Shape;332;p43"/>
          <p:cNvSpPr txBox="1">
            <a:spLocks noGrp="1"/>
          </p:cNvSpPr>
          <p:nvPr>
            <p:ph type="subTitle" idx="9"/>
          </p:nvPr>
        </p:nvSpPr>
        <p:spPr>
          <a:xfrm>
            <a:off x="6118545" y="22693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3" name="Google Shape;333;p43"/>
          <p:cNvSpPr txBox="1">
            <a:spLocks noGrp="1"/>
          </p:cNvSpPr>
          <p:nvPr>
            <p:ph type="title" idx="13"/>
          </p:nvPr>
        </p:nvSpPr>
        <p:spPr>
          <a:xfrm>
            <a:off x="6118545" y="31924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4" name="Google Shape;334;p43"/>
          <p:cNvSpPr txBox="1">
            <a:spLocks noGrp="1"/>
          </p:cNvSpPr>
          <p:nvPr>
            <p:ph type="subTitle" idx="14"/>
          </p:nvPr>
        </p:nvSpPr>
        <p:spPr>
          <a:xfrm>
            <a:off x="6118545" y="37789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5" name="Google Shape;335;p43"/>
          <p:cNvSpPr txBox="1">
            <a:spLocks noGrp="1"/>
          </p:cNvSpPr>
          <p:nvPr>
            <p:ph type="title" idx="15"/>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six columns 1">
  <p:cSld name="BLANK_1_1_1_1_1_2">
    <p:bg>
      <p:bgPr>
        <a:gradFill>
          <a:gsLst>
            <a:gs pos="0">
              <a:schemeClr val="accent1"/>
            </a:gs>
            <a:gs pos="79000">
              <a:schemeClr val="lt1"/>
            </a:gs>
            <a:gs pos="100000">
              <a:schemeClr val="accent6"/>
            </a:gs>
          </a:gsLst>
          <a:lin ang="8099331" scaled="0"/>
        </a:gradFill>
        <a:effectLst/>
      </p:bgPr>
    </p:bg>
    <p:spTree>
      <p:nvGrpSpPr>
        <p:cNvPr id="1" name="Shape 336"/>
        <p:cNvGrpSpPr/>
        <p:nvPr/>
      </p:nvGrpSpPr>
      <p:grpSpPr>
        <a:xfrm>
          <a:off x="0" y="0"/>
          <a:ext cx="0" cy="0"/>
          <a:chOff x="0" y="0"/>
          <a:chExt cx="0" cy="0"/>
        </a:xfrm>
      </p:grpSpPr>
      <p:sp>
        <p:nvSpPr>
          <p:cNvPr id="337" name="Google Shape;337;p44"/>
          <p:cNvSpPr/>
          <p:nvPr/>
        </p:nvSpPr>
        <p:spPr>
          <a:xfrm>
            <a:off x="7134697" y="-78410"/>
            <a:ext cx="2115068" cy="2447971"/>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4"/>
          <p:cNvSpPr txBox="1">
            <a:spLocks noGrp="1"/>
          </p:cNvSpPr>
          <p:nvPr>
            <p:ph type="title"/>
          </p:nvPr>
        </p:nvSpPr>
        <p:spPr>
          <a:xfrm>
            <a:off x="1804841" y="2389100"/>
            <a:ext cx="26223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9" name="Google Shape;339;p44"/>
          <p:cNvSpPr txBox="1">
            <a:spLocks noGrp="1"/>
          </p:cNvSpPr>
          <p:nvPr>
            <p:ph type="subTitle" idx="1"/>
          </p:nvPr>
        </p:nvSpPr>
        <p:spPr>
          <a:xfrm>
            <a:off x="1804841" y="2975625"/>
            <a:ext cx="2622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0" name="Google Shape;340;p44"/>
          <p:cNvSpPr txBox="1">
            <a:spLocks noGrp="1"/>
          </p:cNvSpPr>
          <p:nvPr>
            <p:ph type="title" idx="2"/>
          </p:nvPr>
        </p:nvSpPr>
        <p:spPr>
          <a:xfrm>
            <a:off x="1804841" y="1198050"/>
            <a:ext cx="26223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1" name="Google Shape;341;p44"/>
          <p:cNvSpPr txBox="1">
            <a:spLocks noGrp="1"/>
          </p:cNvSpPr>
          <p:nvPr>
            <p:ph type="subTitle" idx="3"/>
          </p:nvPr>
        </p:nvSpPr>
        <p:spPr>
          <a:xfrm>
            <a:off x="1804841" y="1784575"/>
            <a:ext cx="2622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2" name="Google Shape;342;p44"/>
          <p:cNvSpPr txBox="1">
            <a:spLocks noGrp="1"/>
          </p:cNvSpPr>
          <p:nvPr>
            <p:ph type="title" idx="4"/>
          </p:nvPr>
        </p:nvSpPr>
        <p:spPr>
          <a:xfrm>
            <a:off x="1804841" y="3537250"/>
            <a:ext cx="26223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3" name="Google Shape;343;p44"/>
          <p:cNvSpPr txBox="1">
            <a:spLocks noGrp="1"/>
          </p:cNvSpPr>
          <p:nvPr>
            <p:ph type="subTitle" idx="5"/>
          </p:nvPr>
        </p:nvSpPr>
        <p:spPr>
          <a:xfrm>
            <a:off x="1804841" y="4123775"/>
            <a:ext cx="2622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4" name="Google Shape;344;p44"/>
          <p:cNvSpPr txBox="1">
            <a:spLocks noGrp="1"/>
          </p:cNvSpPr>
          <p:nvPr>
            <p:ph type="title" idx="6"/>
          </p:nvPr>
        </p:nvSpPr>
        <p:spPr>
          <a:xfrm>
            <a:off x="5521358" y="3537250"/>
            <a:ext cx="2624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5" name="Google Shape;345;p44"/>
          <p:cNvSpPr txBox="1">
            <a:spLocks noGrp="1"/>
          </p:cNvSpPr>
          <p:nvPr>
            <p:ph type="subTitle" idx="7"/>
          </p:nvPr>
        </p:nvSpPr>
        <p:spPr>
          <a:xfrm>
            <a:off x="5521358" y="4123775"/>
            <a:ext cx="2624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6" name="Google Shape;346;p44"/>
          <p:cNvSpPr txBox="1">
            <a:spLocks noGrp="1"/>
          </p:cNvSpPr>
          <p:nvPr>
            <p:ph type="title" idx="8"/>
          </p:nvPr>
        </p:nvSpPr>
        <p:spPr>
          <a:xfrm>
            <a:off x="5521358" y="1190088"/>
            <a:ext cx="2624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7" name="Google Shape;347;p44"/>
          <p:cNvSpPr txBox="1">
            <a:spLocks noGrp="1"/>
          </p:cNvSpPr>
          <p:nvPr>
            <p:ph type="subTitle" idx="9"/>
          </p:nvPr>
        </p:nvSpPr>
        <p:spPr>
          <a:xfrm>
            <a:off x="5521358" y="1776613"/>
            <a:ext cx="2624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8" name="Google Shape;348;p44"/>
          <p:cNvSpPr txBox="1">
            <a:spLocks noGrp="1"/>
          </p:cNvSpPr>
          <p:nvPr>
            <p:ph type="title" idx="13"/>
          </p:nvPr>
        </p:nvSpPr>
        <p:spPr>
          <a:xfrm>
            <a:off x="5521358" y="2381138"/>
            <a:ext cx="2624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solidFill>
                  <a:schemeClr val="lt2"/>
                </a:solidFill>
                <a:latin typeface="Days One"/>
                <a:ea typeface="Days One"/>
                <a:cs typeface="Days One"/>
                <a:sym typeface="Days One"/>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9" name="Google Shape;349;p44"/>
          <p:cNvSpPr txBox="1">
            <a:spLocks noGrp="1"/>
          </p:cNvSpPr>
          <p:nvPr>
            <p:ph type="subTitle" idx="14"/>
          </p:nvPr>
        </p:nvSpPr>
        <p:spPr>
          <a:xfrm>
            <a:off x="5521358" y="2967663"/>
            <a:ext cx="2624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0" name="Google Shape;350;p44"/>
          <p:cNvSpPr txBox="1">
            <a:spLocks noGrp="1"/>
          </p:cNvSpPr>
          <p:nvPr>
            <p:ph type="title" idx="15"/>
          </p:nvPr>
        </p:nvSpPr>
        <p:spPr>
          <a:xfrm>
            <a:off x="720000" y="532925"/>
            <a:ext cx="7704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1" name="Google Shape;351;p44"/>
          <p:cNvSpPr/>
          <p:nvPr/>
        </p:nvSpPr>
        <p:spPr>
          <a:xfrm rot="10800000">
            <a:off x="-141253" y="2797390"/>
            <a:ext cx="2115068" cy="2447971"/>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umbers and text">
  <p:cSld name="BLANK_1_1_1_1_1_1">
    <p:bg>
      <p:bgPr>
        <a:gradFill>
          <a:gsLst>
            <a:gs pos="0">
              <a:schemeClr val="accent1"/>
            </a:gs>
            <a:gs pos="79000">
              <a:schemeClr val="lt1"/>
            </a:gs>
            <a:gs pos="100000">
              <a:schemeClr val="accent6"/>
            </a:gs>
          </a:gsLst>
          <a:lin ang="8099331" scaled="0"/>
        </a:gradFill>
        <a:effectLst/>
      </p:bgPr>
    </p:bg>
    <p:spTree>
      <p:nvGrpSpPr>
        <p:cNvPr id="1" name="Shape 352"/>
        <p:cNvGrpSpPr/>
        <p:nvPr/>
      </p:nvGrpSpPr>
      <p:grpSpPr>
        <a:xfrm>
          <a:off x="0" y="0"/>
          <a:ext cx="0" cy="0"/>
          <a:chOff x="0" y="0"/>
          <a:chExt cx="0" cy="0"/>
        </a:xfrm>
      </p:grpSpPr>
      <p:sp>
        <p:nvSpPr>
          <p:cNvPr id="353" name="Google Shape;353;p45"/>
          <p:cNvSpPr txBox="1">
            <a:spLocks noGrp="1"/>
          </p:cNvSpPr>
          <p:nvPr>
            <p:ph type="title" hasCustomPrompt="1"/>
          </p:nvPr>
        </p:nvSpPr>
        <p:spPr>
          <a:xfrm>
            <a:off x="738075" y="540000"/>
            <a:ext cx="47901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2"/>
                </a:solidFill>
                <a:latin typeface="Days One"/>
                <a:ea typeface="Days One"/>
                <a:cs typeface="Days One"/>
                <a:sym typeface="Days 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4" name="Google Shape;354;p45"/>
          <p:cNvSpPr txBox="1">
            <a:spLocks noGrp="1"/>
          </p:cNvSpPr>
          <p:nvPr>
            <p:ph type="subTitle" idx="1"/>
          </p:nvPr>
        </p:nvSpPr>
        <p:spPr>
          <a:xfrm>
            <a:off x="738075" y="1322225"/>
            <a:ext cx="4790100" cy="44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5" name="Google Shape;355;p45"/>
          <p:cNvSpPr txBox="1">
            <a:spLocks noGrp="1"/>
          </p:cNvSpPr>
          <p:nvPr>
            <p:ph type="title" idx="2" hasCustomPrompt="1"/>
          </p:nvPr>
        </p:nvSpPr>
        <p:spPr>
          <a:xfrm>
            <a:off x="2176950" y="1996150"/>
            <a:ext cx="47901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2"/>
                </a:solidFill>
                <a:latin typeface="Days One"/>
                <a:ea typeface="Days One"/>
                <a:cs typeface="Days One"/>
                <a:sym typeface="Days 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6" name="Google Shape;356;p45"/>
          <p:cNvSpPr txBox="1">
            <a:spLocks noGrp="1"/>
          </p:cNvSpPr>
          <p:nvPr>
            <p:ph type="subTitle" idx="3"/>
          </p:nvPr>
        </p:nvSpPr>
        <p:spPr>
          <a:xfrm>
            <a:off x="2176950" y="2778375"/>
            <a:ext cx="4790100" cy="44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7" name="Google Shape;357;p45"/>
          <p:cNvSpPr txBox="1">
            <a:spLocks noGrp="1"/>
          </p:cNvSpPr>
          <p:nvPr>
            <p:ph type="title" idx="4" hasCustomPrompt="1"/>
          </p:nvPr>
        </p:nvSpPr>
        <p:spPr>
          <a:xfrm>
            <a:off x="3618063" y="3452300"/>
            <a:ext cx="47901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2"/>
                </a:solidFill>
                <a:latin typeface="Days One"/>
                <a:ea typeface="Days One"/>
                <a:cs typeface="Days One"/>
                <a:sym typeface="Days 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8" name="Google Shape;358;p45"/>
          <p:cNvSpPr txBox="1">
            <a:spLocks noGrp="1"/>
          </p:cNvSpPr>
          <p:nvPr>
            <p:ph type="subTitle" idx="5"/>
          </p:nvPr>
        </p:nvSpPr>
        <p:spPr>
          <a:xfrm>
            <a:off x="3618063" y="4234525"/>
            <a:ext cx="4790100" cy="44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9" name="Google Shape;359;p45"/>
          <p:cNvSpPr/>
          <p:nvPr/>
        </p:nvSpPr>
        <p:spPr>
          <a:xfrm>
            <a:off x="-1155600" y="3452300"/>
            <a:ext cx="2887476" cy="2898979"/>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5"/>
          <p:cNvSpPr/>
          <p:nvPr/>
        </p:nvSpPr>
        <p:spPr>
          <a:xfrm>
            <a:off x="7326600" y="-1043500"/>
            <a:ext cx="2887476" cy="2898979"/>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umbers and text 3">
  <p:cSld name="BLANK_1_1_1_1_1_1_4">
    <p:bg>
      <p:bgPr>
        <a:gradFill>
          <a:gsLst>
            <a:gs pos="0">
              <a:schemeClr val="accent1"/>
            </a:gs>
            <a:gs pos="79000">
              <a:schemeClr val="lt1"/>
            </a:gs>
            <a:gs pos="100000">
              <a:schemeClr val="accent6"/>
            </a:gs>
          </a:gsLst>
          <a:lin ang="13500032" scaled="0"/>
        </a:gradFill>
        <a:effectLst/>
      </p:bgPr>
    </p:bg>
    <p:spTree>
      <p:nvGrpSpPr>
        <p:cNvPr id="1" name="Shape 361"/>
        <p:cNvGrpSpPr/>
        <p:nvPr/>
      </p:nvGrpSpPr>
      <p:grpSpPr>
        <a:xfrm>
          <a:off x="0" y="0"/>
          <a:ext cx="0" cy="0"/>
          <a:chOff x="0" y="0"/>
          <a:chExt cx="0" cy="0"/>
        </a:xfrm>
      </p:grpSpPr>
      <p:sp>
        <p:nvSpPr>
          <p:cNvPr id="362" name="Google Shape;362;p46"/>
          <p:cNvSpPr txBox="1">
            <a:spLocks noGrp="1"/>
          </p:cNvSpPr>
          <p:nvPr>
            <p:ph type="title" hasCustomPrompt="1"/>
          </p:nvPr>
        </p:nvSpPr>
        <p:spPr>
          <a:xfrm>
            <a:off x="715100" y="924788"/>
            <a:ext cx="47901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7200">
                <a:solidFill>
                  <a:schemeClr val="lt2"/>
                </a:solidFill>
                <a:latin typeface="Days One"/>
                <a:ea typeface="Days One"/>
                <a:cs typeface="Days One"/>
                <a:sym typeface="Days 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63" name="Google Shape;363;p46"/>
          <p:cNvSpPr txBox="1">
            <a:spLocks noGrp="1"/>
          </p:cNvSpPr>
          <p:nvPr>
            <p:ph type="subTitle" idx="1"/>
          </p:nvPr>
        </p:nvSpPr>
        <p:spPr>
          <a:xfrm>
            <a:off x="715100" y="1976038"/>
            <a:ext cx="4790100" cy="44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4" name="Google Shape;364;p46"/>
          <p:cNvSpPr txBox="1">
            <a:spLocks noGrp="1"/>
          </p:cNvSpPr>
          <p:nvPr>
            <p:ph type="title" idx="2" hasCustomPrompt="1"/>
          </p:nvPr>
        </p:nvSpPr>
        <p:spPr>
          <a:xfrm>
            <a:off x="3640675" y="2722238"/>
            <a:ext cx="47901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7200">
                <a:solidFill>
                  <a:schemeClr val="lt2"/>
                </a:solidFill>
                <a:latin typeface="Days One"/>
                <a:ea typeface="Days One"/>
                <a:cs typeface="Days One"/>
                <a:sym typeface="Days 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65" name="Google Shape;365;p46"/>
          <p:cNvSpPr txBox="1">
            <a:spLocks noGrp="1"/>
          </p:cNvSpPr>
          <p:nvPr>
            <p:ph type="subTitle" idx="3"/>
          </p:nvPr>
        </p:nvSpPr>
        <p:spPr>
          <a:xfrm>
            <a:off x="3640675" y="3773488"/>
            <a:ext cx="4790100" cy="44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6" name="Google Shape;366;p46"/>
          <p:cNvSpPr/>
          <p:nvPr/>
        </p:nvSpPr>
        <p:spPr>
          <a:xfrm rot="10800000" flipH="1">
            <a:off x="-1155600" y="-1043500"/>
            <a:ext cx="2887476" cy="2898979"/>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chemeClr val="lt2">
                  <a:alpha val="28130"/>
                </a:schemeClr>
              </a:gs>
              <a:gs pos="100000">
                <a:srgbClr val="FFFFFF">
                  <a:alpha val="10980"/>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6"/>
          <p:cNvSpPr/>
          <p:nvPr/>
        </p:nvSpPr>
        <p:spPr>
          <a:xfrm rot="10800000" flipH="1">
            <a:off x="7326600" y="3452300"/>
            <a:ext cx="2887476" cy="2898979"/>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gradFill>
            <a:gsLst>
              <a:gs pos="0">
                <a:schemeClr val="lt2">
                  <a:alpha val="28130"/>
                </a:schemeClr>
              </a:gs>
              <a:gs pos="100000">
                <a:srgbClr val="FFFFFF">
                  <a:alpha val="10980"/>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umbers and text 4">
  <p:cSld name="BLANK_1_1_1_1_1_1_3">
    <p:bg>
      <p:bgPr>
        <a:gradFill>
          <a:gsLst>
            <a:gs pos="0">
              <a:schemeClr val="accent1"/>
            </a:gs>
            <a:gs pos="79000">
              <a:schemeClr val="lt1"/>
            </a:gs>
            <a:gs pos="100000">
              <a:schemeClr val="accent6"/>
            </a:gs>
          </a:gsLst>
          <a:lin ang="2700006" scaled="0"/>
        </a:gradFill>
        <a:effectLst/>
      </p:bgPr>
    </p:bg>
    <p:spTree>
      <p:nvGrpSpPr>
        <p:cNvPr id="1" name="Shape 368"/>
        <p:cNvGrpSpPr/>
        <p:nvPr/>
      </p:nvGrpSpPr>
      <p:grpSpPr>
        <a:xfrm>
          <a:off x="0" y="0"/>
          <a:ext cx="0" cy="0"/>
          <a:chOff x="0" y="0"/>
          <a:chExt cx="0" cy="0"/>
        </a:xfrm>
      </p:grpSpPr>
      <p:sp>
        <p:nvSpPr>
          <p:cNvPr id="369" name="Google Shape;369;p47"/>
          <p:cNvSpPr txBox="1">
            <a:spLocks noGrp="1"/>
          </p:cNvSpPr>
          <p:nvPr>
            <p:ph type="title"/>
          </p:nvPr>
        </p:nvSpPr>
        <p:spPr>
          <a:xfrm>
            <a:off x="3396700" y="2898675"/>
            <a:ext cx="2384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
        <p:nvSpPr>
          <p:cNvPr id="370" name="Google Shape;370;p47"/>
          <p:cNvSpPr txBox="1">
            <a:spLocks noGrp="1"/>
          </p:cNvSpPr>
          <p:nvPr>
            <p:ph type="title" idx="2"/>
          </p:nvPr>
        </p:nvSpPr>
        <p:spPr>
          <a:xfrm>
            <a:off x="902613" y="2898675"/>
            <a:ext cx="2384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
        <p:nvSpPr>
          <p:cNvPr id="371" name="Google Shape;371;p47"/>
          <p:cNvSpPr txBox="1">
            <a:spLocks noGrp="1"/>
          </p:cNvSpPr>
          <p:nvPr>
            <p:ph type="title" idx="3"/>
          </p:nvPr>
        </p:nvSpPr>
        <p:spPr>
          <a:xfrm>
            <a:off x="5890798" y="2898675"/>
            <a:ext cx="2384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
        <p:nvSpPr>
          <p:cNvPr id="372" name="Google Shape;372;p47"/>
          <p:cNvSpPr txBox="1">
            <a:spLocks noGrp="1"/>
          </p:cNvSpPr>
          <p:nvPr>
            <p:ph type="subTitle" idx="1"/>
          </p:nvPr>
        </p:nvSpPr>
        <p:spPr>
          <a:xfrm>
            <a:off x="902613" y="3548808"/>
            <a:ext cx="23841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73" name="Google Shape;373;p47"/>
          <p:cNvSpPr txBox="1">
            <a:spLocks noGrp="1"/>
          </p:cNvSpPr>
          <p:nvPr>
            <p:ph type="subTitle" idx="4"/>
          </p:nvPr>
        </p:nvSpPr>
        <p:spPr>
          <a:xfrm>
            <a:off x="3396700" y="3548808"/>
            <a:ext cx="23841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74" name="Google Shape;374;p47"/>
          <p:cNvSpPr txBox="1">
            <a:spLocks noGrp="1"/>
          </p:cNvSpPr>
          <p:nvPr>
            <p:ph type="subTitle" idx="5"/>
          </p:nvPr>
        </p:nvSpPr>
        <p:spPr>
          <a:xfrm>
            <a:off x="5890798" y="3548808"/>
            <a:ext cx="23841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75" name="Google Shape;375;p47"/>
          <p:cNvSpPr txBox="1">
            <a:spLocks noGrp="1"/>
          </p:cNvSpPr>
          <p:nvPr>
            <p:ph type="title" idx="6" hasCustomPrompt="1"/>
          </p:nvPr>
        </p:nvSpPr>
        <p:spPr>
          <a:xfrm>
            <a:off x="1485375" y="1991700"/>
            <a:ext cx="1218600" cy="42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19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6" name="Google Shape;376;p47"/>
          <p:cNvSpPr txBox="1">
            <a:spLocks noGrp="1"/>
          </p:cNvSpPr>
          <p:nvPr>
            <p:ph type="title" idx="7" hasCustomPrompt="1"/>
          </p:nvPr>
        </p:nvSpPr>
        <p:spPr>
          <a:xfrm>
            <a:off x="3979450" y="1991700"/>
            <a:ext cx="1218600" cy="42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19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7" name="Google Shape;377;p47"/>
          <p:cNvSpPr txBox="1">
            <a:spLocks noGrp="1"/>
          </p:cNvSpPr>
          <p:nvPr>
            <p:ph type="title" idx="8" hasCustomPrompt="1"/>
          </p:nvPr>
        </p:nvSpPr>
        <p:spPr>
          <a:xfrm>
            <a:off x="6473548" y="1991700"/>
            <a:ext cx="1218600" cy="42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19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8" name="Google Shape;378;p47"/>
          <p:cNvSpPr txBox="1">
            <a:spLocks noGrp="1"/>
          </p:cNvSpPr>
          <p:nvPr>
            <p:ph type="title" idx="9"/>
          </p:nvPr>
        </p:nvSpPr>
        <p:spPr>
          <a:xfrm>
            <a:off x="687000" y="514350"/>
            <a:ext cx="77712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
        <p:nvSpPr>
          <p:cNvPr id="379" name="Google Shape;379;p47"/>
          <p:cNvSpPr/>
          <p:nvPr/>
        </p:nvSpPr>
        <p:spPr>
          <a:xfrm rot="10800000">
            <a:off x="8089352" y="4310446"/>
            <a:ext cx="1876772" cy="1884249"/>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7"/>
          <p:cNvSpPr/>
          <p:nvPr/>
        </p:nvSpPr>
        <p:spPr>
          <a:xfrm rot="-5400000">
            <a:off x="70778" y="-274331"/>
            <a:ext cx="2125171" cy="2459664"/>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7"/>
          <p:cNvSpPr/>
          <p:nvPr/>
        </p:nvSpPr>
        <p:spPr>
          <a:xfrm rot="4828483">
            <a:off x="7771083" y="-821592"/>
            <a:ext cx="2255102" cy="2242303"/>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umbers and text 1">
  <p:cSld name="BLANK_1_1_1_1_1_1_3_2">
    <p:bg>
      <p:bgPr>
        <a:gradFill>
          <a:gsLst>
            <a:gs pos="0">
              <a:schemeClr val="accent1"/>
            </a:gs>
            <a:gs pos="79000">
              <a:schemeClr val="lt1"/>
            </a:gs>
            <a:gs pos="100000">
              <a:schemeClr val="accent6"/>
            </a:gs>
          </a:gsLst>
          <a:lin ang="18900732" scaled="0"/>
        </a:gradFill>
        <a:effectLst/>
      </p:bgPr>
    </p:bg>
    <p:spTree>
      <p:nvGrpSpPr>
        <p:cNvPr id="1" name="Shape 382"/>
        <p:cNvGrpSpPr/>
        <p:nvPr/>
      </p:nvGrpSpPr>
      <p:grpSpPr>
        <a:xfrm>
          <a:off x="0" y="0"/>
          <a:ext cx="0" cy="0"/>
          <a:chOff x="0" y="0"/>
          <a:chExt cx="0" cy="0"/>
        </a:xfrm>
      </p:grpSpPr>
      <p:sp>
        <p:nvSpPr>
          <p:cNvPr id="383" name="Google Shape;383;p48"/>
          <p:cNvSpPr txBox="1">
            <a:spLocks noGrp="1"/>
          </p:cNvSpPr>
          <p:nvPr>
            <p:ph type="title"/>
          </p:nvPr>
        </p:nvSpPr>
        <p:spPr>
          <a:xfrm>
            <a:off x="3396700" y="3087675"/>
            <a:ext cx="2384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
        <p:nvSpPr>
          <p:cNvPr id="384" name="Google Shape;384;p48"/>
          <p:cNvSpPr txBox="1">
            <a:spLocks noGrp="1"/>
          </p:cNvSpPr>
          <p:nvPr>
            <p:ph type="title" idx="2"/>
          </p:nvPr>
        </p:nvSpPr>
        <p:spPr>
          <a:xfrm>
            <a:off x="902613" y="3087675"/>
            <a:ext cx="2384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
        <p:nvSpPr>
          <p:cNvPr id="385" name="Google Shape;385;p48"/>
          <p:cNvSpPr txBox="1">
            <a:spLocks noGrp="1"/>
          </p:cNvSpPr>
          <p:nvPr>
            <p:ph type="title" idx="3"/>
          </p:nvPr>
        </p:nvSpPr>
        <p:spPr>
          <a:xfrm>
            <a:off x="5890798" y="3087675"/>
            <a:ext cx="2384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solidFill>
                  <a:schemeClr val="lt2"/>
                </a:solidFill>
                <a:latin typeface="Days One"/>
                <a:ea typeface="Days One"/>
                <a:cs typeface="Days One"/>
                <a:sym typeface="Days One"/>
              </a:defRPr>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
        <p:nvSpPr>
          <p:cNvPr id="386" name="Google Shape;386;p48"/>
          <p:cNvSpPr txBox="1">
            <a:spLocks noGrp="1"/>
          </p:cNvSpPr>
          <p:nvPr>
            <p:ph type="subTitle" idx="1"/>
          </p:nvPr>
        </p:nvSpPr>
        <p:spPr>
          <a:xfrm>
            <a:off x="902613" y="3737808"/>
            <a:ext cx="23841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87" name="Google Shape;387;p48"/>
          <p:cNvSpPr txBox="1">
            <a:spLocks noGrp="1"/>
          </p:cNvSpPr>
          <p:nvPr>
            <p:ph type="subTitle" idx="4"/>
          </p:nvPr>
        </p:nvSpPr>
        <p:spPr>
          <a:xfrm>
            <a:off x="3396700" y="3737808"/>
            <a:ext cx="23841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88" name="Google Shape;388;p48"/>
          <p:cNvSpPr txBox="1">
            <a:spLocks noGrp="1"/>
          </p:cNvSpPr>
          <p:nvPr>
            <p:ph type="subTitle" idx="5"/>
          </p:nvPr>
        </p:nvSpPr>
        <p:spPr>
          <a:xfrm>
            <a:off x="5890798" y="3737808"/>
            <a:ext cx="23841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89" name="Google Shape;389;p48"/>
          <p:cNvSpPr txBox="1">
            <a:spLocks noGrp="1"/>
          </p:cNvSpPr>
          <p:nvPr>
            <p:ph type="title" idx="6" hasCustomPrompt="1"/>
          </p:nvPr>
        </p:nvSpPr>
        <p:spPr>
          <a:xfrm>
            <a:off x="1485363" y="1323125"/>
            <a:ext cx="12186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30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90" name="Google Shape;390;p48"/>
          <p:cNvSpPr txBox="1">
            <a:spLocks noGrp="1"/>
          </p:cNvSpPr>
          <p:nvPr>
            <p:ph type="title" idx="7" hasCustomPrompt="1"/>
          </p:nvPr>
        </p:nvSpPr>
        <p:spPr>
          <a:xfrm>
            <a:off x="3979450" y="1323125"/>
            <a:ext cx="12186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30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91" name="Google Shape;391;p48"/>
          <p:cNvSpPr txBox="1">
            <a:spLocks noGrp="1"/>
          </p:cNvSpPr>
          <p:nvPr>
            <p:ph type="title" idx="8" hasCustomPrompt="1"/>
          </p:nvPr>
        </p:nvSpPr>
        <p:spPr>
          <a:xfrm>
            <a:off x="6473548" y="1323125"/>
            <a:ext cx="12186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3000">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92" name="Google Shape;392;p48"/>
          <p:cNvSpPr txBox="1">
            <a:spLocks noGrp="1"/>
          </p:cNvSpPr>
          <p:nvPr>
            <p:ph type="title" idx="9"/>
          </p:nvPr>
        </p:nvSpPr>
        <p:spPr>
          <a:xfrm>
            <a:off x="687000" y="514350"/>
            <a:ext cx="77712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200">
                <a:solidFill>
                  <a:schemeClr val="lt2"/>
                </a:solidFill>
                <a:latin typeface="Days One"/>
                <a:ea typeface="Days One"/>
                <a:cs typeface="Days One"/>
                <a:sym typeface="Days One"/>
              </a:defRPr>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
        <p:nvSpPr>
          <p:cNvPr id="393" name="Google Shape;393;p48"/>
          <p:cNvSpPr/>
          <p:nvPr/>
        </p:nvSpPr>
        <p:spPr>
          <a:xfrm>
            <a:off x="-831750" y="-803177"/>
            <a:ext cx="1876772" cy="1884249"/>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8"/>
          <p:cNvSpPr/>
          <p:nvPr/>
        </p:nvSpPr>
        <p:spPr>
          <a:xfrm rot="5400000">
            <a:off x="6938425" y="3206185"/>
            <a:ext cx="2125171" cy="2459664"/>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8"/>
          <p:cNvSpPr/>
          <p:nvPr/>
        </p:nvSpPr>
        <p:spPr>
          <a:xfrm rot="-5971517">
            <a:off x="-891810" y="3970807"/>
            <a:ext cx="2255102" cy="2242303"/>
          </a:xfrm>
          <a:custGeom>
            <a:avLst/>
            <a:gdLst/>
            <a:ahLst/>
            <a:cxnLst/>
            <a:rect l="l" t="t" r="r" b="b"/>
            <a:pathLst>
              <a:path w="51975" h="51680" extrusionOk="0">
                <a:moveTo>
                  <a:pt x="0" y="0"/>
                </a:moveTo>
                <a:lnTo>
                  <a:pt x="0" y="51650"/>
                </a:lnTo>
                <a:cubicBezTo>
                  <a:pt x="572" y="51670"/>
                  <a:pt x="1145" y="51679"/>
                  <a:pt x="1721" y="51680"/>
                </a:cubicBezTo>
                <a:cubicBezTo>
                  <a:pt x="29476" y="51680"/>
                  <a:pt x="51974" y="29181"/>
                  <a:pt x="51974" y="1427"/>
                </a:cubicBezTo>
                <a:cubicBezTo>
                  <a:pt x="51974" y="949"/>
                  <a:pt x="51967" y="474"/>
                  <a:pt x="5195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umbers and text 2">
  <p:cSld name="BLANK_1_1_1_1_1_1_3_1">
    <p:bg>
      <p:bgPr>
        <a:gradFill>
          <a:gsLst>
            <a:gs pos="0">
              <a:schemeClr val="accent1"/>
            </a:gs>
            <a:gs pos="79000">
              <a:schemeClr val="lt1"/>
            </a:gs>
            <a:gs pos="100000">
              <a:schemeClr val="accent6"/>
            </a:gs>
          </a:gsLst>
          <a:lin ang="2700006" scaled="0"/>
        </a:gradFill>
        <a:effectLst/>
      </p:bgPr>
    </p:bg>
    <p:spTree>
      <p:nvGrpSpPr>
        <p:cNvPr id="1" name="Shape 396"/>
        <p:cNvGrpSpPr/>
        <p:nvPr/>
      </p:nvGrpSpPr>
      <p:grpSpPr>
        <a:xfrm>
          <a:off x="0" y="0"/>
          <a:ext cx="0" cy="0"/>
          <a:chOff x="0" y="0"/>
          <a:chExt cx="0" cy="0"/>
        </a:xfrm>
      </p:grpSpPr>
      <p:sp>
        <p:nvSpPr>
          <p:cNvPr id="397" name="Google Shape;397;p49"/>
          <p:cNvSpPr/>
          <p:nvPr/>
        </p:nvSpPr>
        <p:spPr>
          <a:xfrm>
            <a:off x="8413950" y="-593627"/>
            <a:ext cx="1876772" cy="1884249"/>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9"/>
          <p:cNvSpPr/>
          <p:nvPr/>
        </p:nvSpPr>
        <p:spPr>
          <a:xfrm rot="-5400000">
            <a:off x="4225" y="-318065"/>
            <a:ext cx="2125171" cy="2459664"/>
          </a:xfrm>
          <a:custGeom>
            <a:avLst/>
            <a:gdLst/>
            <a:ahLst/>
            <a:cxnLst/>
            <a:rect l="l" t="t" r="r" b="b"/>
            <a:pathLst>
              <a:path w="36081" h="41760" extrusionOk="0">
                <a:moveTo>
                  <a:pt x="1" y="0"/>
                </a:moveTo>
                <a:cubicBezTo>
                  <a:pt x="393" y="1188"/>
                  <a:pt x="1158" y="2253"/>
                  <a:pt x="2246" y="3123"/>
                </a:cubicBezTo>
                <a:cubicBezTo>
                  <a:pt x="4217" y="4699"/>
                  <a:pt x="6771" y="5553"/>
                  <a:pt x="9246" y="5903"/>
                </a:cubicBezTo>
                <a:cubicBezTo>
                  <a:pt x="14129" y="6592"/>
                  <a:pt x="20400" y="5345"/>
                  <a:pt x="24264" y="9159"/>
                </a:cubicBezTo>
                <a:cubicBezTo>
                  <a:pt x="26738" y="11599"/>
                  <a:pt x="27248" y="14890"/>
                  <a:pt x="27050" y="18216"/>
                </a:cubicBezTo>
                <a:cubicBezTo>
                  <a:pt x="26717" y="23824"/>
                  <a:pt x="24389" y="29410"/>
                  <a:pt x="26493" y="34967"/>
                </a:cubicBezTo>
                <a:cubicBezTo>
                  <a:pt x="27409" y="37384"/>
                  <a:pt x="29101" y="39517"/>
                  <a:pt x="31434" y="40686"/>
                </a:cubicBezTo>
                <a:cubicBezTo>
                  <a:pt x="32905" y="41424"/>
                  <a:pt x="34485" y="41749"/>
                  <a:pt x="36081" y="41760"/>
                </a:cubicBezTo>
                <a:lnTo>
                  <a:pt x="36081"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9"/>
          <p:cNvSpPr txBox="1">
            <a:spLocks noGrp="1"/>
          </p:cNvSpPr>
          <p:nvPr>
            <p:ph type="subTitle" idx="1"/>
          </p:nvPr>
        </p:nvSpPr>
        <p:spPr>
          <a:xfrm>
            <a:off x="760625" y="3347475"/>
            <a:ext cx="23841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400" name="Google Shape;400;p49"/>
          <p:cNvSpPr txBox="1">
            <a:spLocks noGrp="1"/>
          </p:cNvSpPr>
          <p:nvPr>
            <p:ph type="subTitle" idx="2"/>
          </p:nvPr>
        </p:nvSpPr>
        <p:spPr>
          <a:xfrm>
            <a:off x="3413513" y="3347475"/>
            <a:ext cx="23841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401" name="Google Shape;401;p49"/>
          <p:cNvSpPr txBox="1">
            <a:spLocks noGrp="1"/>
          </p:cNvSpPr>
          <p:nvPr>
            <p:ph type="subTitle" idx="3"/>
          </p:nvPr>
        </p:nvSpPr>
        <p:spPr>
          <a:xfrm>
            <a:off x="6029988" y="3347475"/>
            <a:ext cx="23841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2"/>
                </a:solidFill>
                <a:latin typeface="Lato"/>
                <a:ea typeface="Lato"/>
                <a:cs typeface="Lato"/>
                <a:sym typeface="Lato"/>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402" name="Google Shape;402;p49"/>
          <p:cNvSpPr txBox="1">
            <a:spLocks noGrp="1"/>
          </p:cNvSpPr>
          <p:nvPr>
            <p:ph type="title" hasCustomPrompt="1"/>
          </p:nvPr>
        </p:nvSpPr>
        <p:spPr>
          <a:xfrm>
            <a:off x="760475" y="1399325"/>
            <a:ext cx="23841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03" name="Google Shape;403;p49"/>
          <p:cNvSpPr txBox="1">
            <a:spLocks noGrp="1"/>
          </p:cNvSpPr>
          <p:nvPr>
            <p:ph type="title" idx="4" hasCustomPrompt="1"/>
          </p:nvPr>
        </p:nvSpPr>
        <p:spPr>
          <a:xfrm>
            <a:off x="3413375" y="1399325"/>
            <a:ext cx="23841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04" name="Google Shape;404;p49"/>
          <p:cNvSpPr txBox="1">
            <a:spLocks noGrp="1"/>
          </p:cNvSpPr>
          <p:nvPr>
            <p:ph type="title" idx="5" hasCustomPrompt="1"/>
          </p:nvPr>
        </p:nvSpPr>
        <p:spPr>
          <a:xfrm>
            <a:off x="6029850" y="1399325"/>
            <a:ext cx="23841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solidFill>
                  <a:schemeClr val="lt2"/>
                </a:solidFill>
                <a:latin typeface="Days One"/>
                <a:ea typeface="Days One"/>
                <a:cs typeface="Days One"/>
                <a:sym typeface="Days 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05" name="Google Shape;405;p49"/>
          <p:cNvSpPr/>
          <p:nvPr/>
        </p:nvSpPr>
        <p:spPr>
          <a:xfrm>
            <a:off x="-1116150" y="3666373"/>
            <a:ext cx="1876772" cy="1884249"/>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BLANK_1_1_1_1_1_1_2">
    <p:bg>
      <p:bgPr>
        <a:gradFill>
          <a:gsLst>
            <a:gs pos="0">
              <a:schemeClr val="accent1"/>
            </a:gs>
            <a:gs pos="79000">
              <a:schemeClr val="lt1"/>
            </a:gs>
            <a:gs pos="100000">
              <a:schemeClr val="accent6"/>
            </a:gs>
          </a:gsLst>
          <a:lin ang="2700006" scaled="0"/>
        </a:gradFill>
        <a:effectLst/>
      </p:bgPr>
    </p:bg>
    <p:spTree>
      <p:nvGrpSpPr>
        <p:cNvPr id="1" name="Shape 406"/>
        <p:cNvGrpSpPr/>
        <p:nvPr/>
      </p:nvGrpSpPr>
      <p:grpSpPr>
        <a:xfrm>
          <a:off x="0" y="0"/>
          <a:ext cx="0" cy="0"/>
          <a:chOff x="0" y="0"/>
          <a:chExt cx="0" cy="0"/>
        </a:xfrm>
      </p:grpSpPr>
      <p:sp>
        <p:nvSpPr>
          <p:cNvPr id="407" name="Google Shape;407;p50"/>
          <p:cNvSpPr txBox="1">
            <a:spLocks noGrp="1"/>
          </p:cNvSpPr>
          <p:nvPr>
            <p:ph type="ctrTitle"/>
          </p:nvPr>
        </p:nvSpPr>
        <p:spPr>
          <a:xfrm>
            <a:off x="2175650" y="517425"/>
            <a:ext cx="4807500" cy="99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6500">
                <a:solidFill>
                  <a:schemeClr val="lt2"/>
                </a:solidFill>
                <a:latin typeface="Days One"/>
                <a:ea typeface="Days One"/>
                <a:cs typeface="Days One"/>
                <a:sym typeface="Days One"/>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08" name="Google Shape;408;p50"/>
          <p:cNvSpPr txBox="1">
            <a:spLocks noGrp="1"/>
          </p:cNvSpPr>
          <p:nvPr>
            <p:ph type="subTitle" idx="1"/>
          </p:nvPr>
        </p:nvSpPr>
        <p:spPr>
          <a:xfrm>
            <a:off x="2425075" y="1628450"/>
            <a:ext cx="4293900" cy="1320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atin typeface="Lato"/>
                <a:ea typeface="Lato"/>
                <a:cs typeface="Lato"/>
                <a:sym typeface="Lato"/>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409" name="Google Shape;409;p50"/>
          <p:cNvSpPr txBox="1"/>
          <p:nvPr/>
        </p:nvSpPr>
        <p:spPr>
          <a:xfrm>
            <a:off x="2774700" y="4017675"/>
            <a:ext cx="3594600" cy="567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GB" sz="1100">
                <a:solidFill>
                  <a:schemeClr val="lt2"/>
                </a:solidFill>
                <a:latin typeface="Lato"/>
                <a:ea typeface="Lato"/>
                <a:cs typeface="Lato"/>
                <a:sym typeface="Lato"/>
              </a:rPr>
              <a:t>CREDITS: This presentation template was created by </a:t>
            </a:r>
            <a:r>
              <a:rPr lang="en-GB" sz="1100" b="1">
                <a:solidFill>
                  <a:schemeClr val="lt2"/>
                </a:solidFill>
                <a:uFill>
                  <a:noFill/>
                </a:uFill>
                <a:latin typeface="Lato"/>
                <a:ea typeface="Lato"/>
                <a:cs typeface="Lato"/>
                <a:sym typeface="Lato"/>
                <a:hlinkClick r:id="rId2"/>
              </a:rPr>
              <a:t>Slidesgo</a:t>
            </a:r>
            <a:r>
              <a:rPr lang="en-GB" sz="1100">
                <a:solidFill>
                  <a:schemeClr val="lt2"/>
                </a:solidFill>
                <a:latin typeface="Lato"/>
                <a:ea typeface="Lato"/>
                <a:cs typeface="Lato"/>
                <a:sym typeface="Lato"/>
              </a:rPr>
              <a:t>, including icons by </a:t>
            </a:r>
            <a:r>
              <a:rPr lang="en-GB" sz="1100" b="1">
                <a:solidFill>
                  <a:schemeClr val="lt2"/>
                </a:solidFill>
                <a:uFill>
                  <a:noFill/>
                </a:uFill>
                <a:latin typeface="Lato"/>
                <a:ea typeface="Lato"/>
                <a:cs typeface="Lato"/>
                <a:sym typeface="Lato"/>
                <a:hlinkClick r:id="rId3"/>
              </a:rPr>
              <a:t>Flaticon</a:t>
            </a:r>
            <a:r>
              <a:rPr lang="en-GB" sz="1100">
                <a:solidFill>
                  <a:schemeClr val="lt2"/>
                </a:solidFill>
                <a:latin typeface="Lato"/>
                <a:ea typeface="Lato"/>
                <a:cs typeface="Lato"/>
                <a:sym typeface="Lato"/>
              </a:rPr>
              <a:t>, infographics &amp; images by </a:t>
            </a:r>
            <a:r>
              <a:rPr lang="en-GB" sz="1100" b="1">
                <a:solidFill>
                  <a:schemeClr val="lt2"/>
                </a:solidFill>
                <a:uFill>
                  <a:noFill/>
                </a:uFill>
                <a:latin typeface="Lato"/>
                <a:ea typeface="Lato"/>
                <a:cs typeface="Lato"/>
                <a:sym typeface="Lato"/>
                <a:hlinkClick r:id="rId4"/>
              </a:rPr>
              <a:t>Freepik</a:t>
            </a:r>
            <a:r>
              <a:rPr lang="en-GB" sz="1100" b="1">
                <a:solidFill>
                  <a:schemeClr val="lt2"/>
                </a:solidFill>
                <a:latin typeface="Lato"/>
                <a:ea typeface="Lato"/>
                <a:cs typeface="Lato"/>
                <a:sym typeface="Lato"/>
              </a:rPr>
              <a:t> </a:t>
            </a:r>
            <a:endParaRPr sz="1100" b="1">
              <a:solidFill>
                <a:schemeClr val="lt2"/>
              </a:solidFill>
              <a:latin typeface="Lato"/>
              <a:ea typeface="Lato"/>
              <a:cs typeface="Lato"/>
              <a:sym typeface="Lato"/>
            </a:endParaRPr>
          </a:p>
        </p:txBody>
      </p:sp>
      <p:sp>
        <p:nvSpPr>
          <p:cNvPr id="410" name="Google Shape;410;p50"/>
          <p:cNvSpPr/>
          <p:nvPr/>
        </p:nvSpPr>
        <p:spPr>
          <a:xfrm>
            <a:off x="-1727100" y="101677"/>
            <a:ext cx="2883159" cy="2894645"/>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0"/>
          <p:cNvSpPr/>
          <p:nvPr/>
        </p:nvSpPr>
        <p:spPr>
          <a:xfrm>
            <a:off x="7988000" y="1906027"/>
            <a:ext cx="2883159" cy="2894645"/>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gradFill>
          <a:gsLst>
            <a:gs pos="0">
              <a:schemeClr val="accent1"/>
            </a:gs>
            <a:gs pos="79000">
              <a:schemeClr val="lt1"/>
            </a:gs>
            <a:gs pos="100000">
              <a:schemeClr val="accent6"/>
            </a:gs>
          </a:gsLst>
          <a:lin ang="18900732" scaled="0"/>
        </a:gradFill>
        <a:effectLst/>
      </p:bgPr>
    </p:bg>
    <p:spTree>
      <p:nvGrpSpPr>
        <p:cNvPr id="1" name="Shape 412"/>
        <p:cNvGrpSpPr/>
        <p:nvPr/>
      </p:nvGrpSpPr>
      <p:grpSpPr>
        <a:xfrm>
          <a:off x="0" y="0"/>
          <a:ext cx="0" cy="0"/>
          <a:chOff x="0" y="0"/>
          <a:chExt cx="0" cy="0"/>
        </a:xfrm>
      </p:grpSpPr>
      <p:sp>
        <p:nvSpPr>
          <p:cNvPr id="413" name="Google Shape;413;p51"/>
          <p:cNvSpPr/>
          <p:nvPr/>
        </p:nvSpPr>
        <p:spPr>
          <a:xfrm>
            <a:off x="7848600" y="3990497"/>
            <a:ext cx="2514551" cy="2524568"/>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51"/>
          <p:cNvSpPr/>
          <p:nvPr/>
        </p:nvSpPr>
        <p:spPr>
          <a:xfrm rot="-5232539">
            <a:off x="6273534" y="-444366"/>
            <a:ext cx="2803890" cy="3275359"/>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1"/>
          <p:cNvSpPr/>
          <p:nvPr/>
        </p:nvSpPr>
        <p:spPr>
          <a:xfrm rot="8629168">
            <a:off x="-1559635" y="120431"/>
            <a:ext cx="4033685" cy="4712146"/>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gradFill>
          <a:gsLst>
            <a:gs pos="0">
              <a:schemeClr val="accent1"/>
            </a:gs>
            <a:gs pos="79000">
              <a:schemeClr val="lt1"/>
            </a:gs>
            <a:gs pos="100000">
              <a:schemeClr val="accent6"/>
            </a:gs>
          </a:gsLst>
          <a:lin ang="18900732" scaled="0"/>
        </a:gradFill>
        <a:effectLst/>
      </p:bgPr>
    </p:bg>
    <p:spTree>
      <p:nvGrpSpPr>
        <p:cNvPr id="1" name="Shape 416"/>
        <p:cNvGrpSpPr/>
        <p:nvPr/>
      </p:nvGrpSpPr>
      <p:grpSpPr>
        <a:xfrm>
          <a:off x="0" y="0"/>
          <a:ext cx="0" cy="0"/>
          <a:chOff x="0" y="0"/>
          <a:chExt cx="0" cy="0"/>
        </a:xfrm>
      </p:grpSpPr>
      <p:sp>
        <p:nvSpPr>
          <p:cNvPr id="417" name="Google Shape;417;p52"/>
          <p:cNvSpPr/>
          <p:nvPr/>
        </p:nvSpPr>
        <p:spPr>
          <a:xfrm>
            <a:off x="7493100" y="-116197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2"/>
          <p:cNvSpPr/>
          <p:nvPr/>
        </p:nvSpPr>
        <p:spPr>
          <a:xfrm>
            <a:off x="-2665675" y="2789975"/>
            <a:ext cx="4222669" cy="4239492"/>
          </a:xfrm>
          <a:custGeom>
            <a:avLst/>
            <a:gdLst/>
            <a:ahLst/>
            <a:cxnLst/>
            <a:rect l="l" t="t" r="r" b="b"/>
            <a:pathLst>
              <a:path w="53969" h="54184" extrusionOk="0">
                <a:moveTo>
                  <a:pt x="26985" y="13177"/>
                </a:moveTo>
                <a:cubicBezTo>
                  <a:pt x="34640" y="13177"/>
                  <a:pt x="40845" y="19406"/>
                  <a:pt x="40845" y="27092"/>
                </a:cubicBezTo>
                <a:cubicBezTo>
                  <a:pt x="40845" y="34777"/>
                  <a:pt x="34640" y="41007"/>
                  <a:pt x="26985" y="41007"/>
                </a:cubicBezTo>
                <a:cubicBezTo>
                  <a:pt x="19330" y="41007"/>
                  <a:pt x="13124" y="34777"/>
                  <a:pt x="13124" y="27092"/>
                </a:cubicBezTo>
                <a:cubicBezTo>
                  <a:pt x="13124" y="19406"/>
                  <a:pt x="19330" y="13177"/>
                  <a:pt x="26985" y="13177"/>
                </a:cubicBezTo>
                <a:close/>
                <a:moveTo>
                  <a:pt x="26985" y="0"/>
                </a:moveTo>
                <a:cubicBezTo>
                  <a:pt x="12081" y="0"/>
                  <a:pt x="0" y="12130"/>
                  <a:pt x="0" y="27092"/>
                </a:cubicBezTo>
                <a:cubicBezTo>
                  <a:pt x="0" y="42054"/>
                  <a:pt x="12081" y="54184"/>
                  <a:pt x="26985" y="54184"/>
                </a:cubicBezTo>
                <a:cubicBezTo>
                  <a:pt x="41887" y="54184"/>
                  <a:pt x="53968" y="42054"/>
                  <a:pt x="53968" y="27092"/>
                </a:cubicBezTo>
                <a:cubicBezTo>
                  <a:pt x="53968" y="12130"/>
                  <a:pt x="41887" y="0"/>
                  <a:pt x="26985" y="0"/>
                </a:cubicBez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2"/>
          <p:cNvSpPr/>
          <p:nvPr/>
        </p:nvSpPr>
        <p:spPr>
          <a:xfrm rot="1848319">
            <a:off x="6172266" y="2568611"/>
            <a:ext cx="3492400" cy="4079767"/>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2"/>
          <p:cNvSpPr/>
          <p:nvPr/>
        </p:nvSpPr>
        <p:spPr>
          <a:xfrm rot="7003599" flipH="1">
            <a:off x="19183" y="-1603364"/>
            <a:ext cx="3492424" cy="4079671"/>
          </a:xfrm>
          <a:custGeom>
            <a:avLst/>
            <a:gdLst/>
            <a:ahLst/>
            <a:cxnLst/>
            <a:rect l="l" t="t" r="r" b="b"/>
            <a:pathLst>
              <a:path w="50057" h="58474" extrusionOk="0">
                <a:moveTo>
                  <a:pt x="50057" y="0"/>
                </a:moveTo>
                <a:cubicBezTo>
                  <a:pt x="43474" y="898"/>
                  <a:pt x="37651" y="5576"/>
                  <a:pt x="35449" y="11928"/>
                </a:cubicBezTo>
                <a:cubicBezTo>
                  <a:pt x="33409" y="17811"/>
                  <a:pt x="33734" y="24451"/>
                  <a:pt x="29541" y="29453"/>
                </a:cubicBezTo>
                <a:cubicBezTo>
                  <a:pt x="25003" y="34866"/>
                  <a:pt x="17670" y="36814"/>
                  <a:pt x="11677" y="40081"/>
                </a:cubicBezTo>
                <a:cubicBezTo>
                  <a:pt x="8617" y="41749"/>
                  <a:pt x="5755" y="43845"/>
                  <a:pt x="3672" y="46674"/>
                </a:cubicBezTo>
                <a:cubicBezTo>
                  <a:pt x="1853" y="49152"/>
                  <a:pt x="668" y="52038"/>
                  <a:pt x="221" y="55079"/>
                </a:cubicBezTo>
                <a:cubicBezTo>
                  <a:pt x="59" y="56203"/>
                  <a:pt x="1" y="57339"/>
                  <a:pt x="48" y="58473"/>
                </a:cubicBezTo>
                <a:lnTo>
                  <a:pt x="50057" y="58473"/>
                </a:lnTo>
                <a:lnTo>
                  <a:pt x="50057" y="0"/>
                </a:lnTo>
                <a:close/>
              </a:path>
            </a:pathLst>
          </a:custGeom>
          <a:solidFill>
            <a:srgbClr val="FFFFFF">
              <a:alpha val="28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522000" y="295804"/>
            <a:ext cx="8100000" cy="594000"/>
          </a:xfrm>
        </p:spPr>
        <p:txBody>
          <a:bodyPr lIns="0" tIns="0" rIns="0" bIns="0"/>
          <a:lstStyle>
            <a:lvl1pPr algn="ctr" fontAlgn="base">
              <a:defRPr sz="2400">
                <a:solidFill>
                  <a:schemeClr val="tx1">
                    <a:lumMod val="85000"/>
                    <a:lumOff val="15000"/>
                  </a:schemeClr>
                </a:solidFill>
                <a:latin typeface="+mj-lt"/>
              </a:defRPr>
            </a:lvl1pPr>
          </a:lstStyle>
          <a:p>
            <a:r>
              <a:rPr lang="en-US" dirty="0"/>
              <a:t>Click to add title</a:t>
            </a:r>
          </a:p>
        </p:txBody>
      </p:sp>
      <p:sp>
        <p:nvSpPr>
          <p:cNvPr id="3" name="日期占位符 2"/>
          <p:cNvSpPr>
            <a:spLocks noGrp="1"/>
          </p:cNvSpPr>
          <p:nvPr>
            <p:ph type="dt" sz="half" idx="10"/>
            <p:custDataLst>
              <p:tags r:id="rId2"/>
            </p:custDataLst>
          </p:nvPr>
        </p:nvSpPr>
        <p:spPr>
          <a:xfrm>
            <a:off x="459000" y="4735800"/>
            <a:ext cx="2025000" cy="237600"/>
          </a:xfrm>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a:xfrm>
            <a:off x="3087000" y="4735800"/>
            <a:ext cx="2970000" cy="237600"/>
          </a:xfr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a:xfrm>
            <a:off x="6658200" y="4735800"/>
            <a:ext cx="2025000" cy="237600"/>
          </a:xfrm>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dk1"/>
            </a:gs>
            <a:gs pos="50000">
              <a:schemeClr val="lt1"/>
            </a:gs>
            <a:gs pos="100000">
              <a:schemeClr val="dk2"/>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2"/>
              </a:buClr>
              <a:buSzPts val="3500"/>
              <a:buFont typeface="Days One"/>
              <a:buNone/>
              <a:defRPr sz="3500">
                <a:solidFill>
                  <a:schemeClr val="lt2"/>
                </a:solidFill>
                <a:latin typeface="Days One"/>
                <a:ea typeface="Days One"/>
                <a:cs typeface="Days One"/>
                <a:sym typeface="Days One"/>
              </a:defRPr>
            </a:lvl1pPr>
            <a:lvl2pPr lvl="1" rtl="0">
              <a:spcBef>
                <a:spcPts val="0"/>
              </a:spcBef>
              <a:spcAft>
                <a:spcPts val="0"/>
              </a:spcAft>
              <a:buClr>
                <a:schemeClr val="lt2"/>
              </a:buClr>
              <a:buSzPts val="3500"/>
              <a:buFont typeface="Bebas Neue"/>
              <a:buNone/>
              <a:defRPr sz="3500">
                <a:solidFill>
                  <a:schemeClr val="lt2"/>
                </a:solidFill>
                <a:latin typeface="Bebas Neue"/>
                <a:ea typeface="Bebas Neue"/>
                <a:cs typeface="Bebas Neue"/>
                <a:sym typeface="Bebas Neue"/>
              </a:defRPr>
            </a:lvl2pPr>
            <a:lvl3pPr lvl="2" rtl="0">
              <a:spcBef>
                <a:spcPts val="0"/>
              </a:spcBef>
              <a:spcAft>
                <a:spcPts val="0"/>
              </a:spcAft>
              <a:buClr>
                <a:schemeClr val="lt2"/>
              </a:buClr>
              <a:buSzPts val="3500"/>
              <a:buFont typeface="Bebas Neue"/>
              <a:buNone/>
              <a:defRPr sz="3500">
                <a:solidFill>
                  <a:schemeClr val="lt2"/>
                </a:solidFill>
                <a:latin typeface="Bebas Neue"/>
                <a:ea typeface="Bebas Neue"/>
                <a:cs typeface="Bebas Neue"/>
                <a:sym typeface="Bebas Neue"/>
              </a:defRPr>
            </a:lvl3pPr>
            <a:lvl4pPr lvl="3" rtl="0">
              <a:spcBef>
                <a:spcPts val="0"/>
              </a:spcBef>
              <a:spcAft>
                <a:spcPts val="0"/>
              </a:spcAft>
              <a:buClr>
                <a:schemeClr val="lt2"/>
              </a:buClr>
              <a:buSzPts val="3500"/>
              <a:buFont typeface="Bebas Neue"/>
              <a:buNone/>
              <a:defRPr sz="3500">
                <a:solidFill>
                  <a:schemeClr val="lt2"/>
                </a:solidFill>
                <a:latin typeface="Bebas Neue"/>
                <a:ea typeface="Bebas Neue"/>
                <a:cs typeface="Bebas Neue"/>
                <a:sym typeface="Bebas Neue"/>
              </a:defRPr>
            </a:lvl4pPr>
            <a:lvl5pPr lvl="4" rtl="0">
              <a:spcBef>
                <a:spcPts val="0"/>
              </a:spcBef>
              <a:spcAft>
                <a:spcPts val="0"/>
              </a:spcAft>
              <a:buClr>
                <a:schemeClr val="lt2"/>
              </a:buClr>
              <a:buSzPts val="3500"/>
              <a:buFont typeface="Bebas Neue"/>
              <a:buNone/>
              <a:defRPr sz="3500">
                <a:solidFill>
                  <a:schemeClr val="lt2"/>
                </a:solidFill>
                <a:latin typeface="Bebas Neue"/>
                <a:ea typeface="Bebas Neue"/>
                <a:cs typeface="Bebas Neue"/>
                <a:sym typeface="Bebas Neue"/>
              </a:defRPr>
            </a:lvl5pPr>
            <a:lvl6pPr lvl="5" rtl="0">
              <a:spcBef>
                <a:spcPts val="0"/>
              </a:spcBef>
              <a:spcAft>
                <a:spcPts val="0"/>
              </a:spcAft>
              <a:buClr>
                <a:schemeClr val="lt2"/>
              </a:buClr>
              <a:buSzPts val="3500"/>
              <a:buFont typeface="Bebas Neue"/>
              <a:buNone/>
              <a:defRPr sz="3500">
                <a:solidFill>
                  <a:schemeClr val="lt2"/>
                </a:solidFill>
                <a:latin typeface="Bebas Neue"/>
                <a:ea typeface="Bebas Neue"/>
                <a:cs typeface="Bebas Neue"/>
                <a:sym typeface="Bebas Neue"/>
              </a:defRPr>
            </a:lvl6pPr>
            <a:lvl7pPr lvl="6" rtl="0">
              <a:spcBef>
                <a:spcPts val="0"/>
              </a:spcBef>
              <a:spcAft>
                <a:spcPts val="0"/>
              </a:spcAft>
              <a:buClr>
                <a:schemeClr val="lt2"/>
              </a:buClr>
              <a:buSzPts val="3500"/>
              <a:buFont typeface="Bebas Neue"/>
              <a:buNone/>
              <a:defRPr sz="3500">
                <a:solidFill>
                  <a:schemeClr val="lt2"/>
                </a:solidFill>
                <a:latin typeface="Bebas Neue"/>
                <a:ea typeface="Bebas Neue"/>
                <a:cs typeface="Bebas Neue"/>
                <a:sym typeface="Bebas Neue"/>
              </a:defRPr>
            </a:lvl7pPr>
            <a:lvl8pPr lvl="7" rtl="0">
              <a:spcBef>
                <a:spcPts val="0"/>
              </a:spcBef>
              <a:spcAft>
                <a:spcPts val="0"/>
              </a:spcAft>
              <a:buClr>
                <a:schemeClr val="lt2"/>
              </a:buClr>
              <a:buSzPts val="3500"/>
              <a:buFont typeface="Bebas Neue"/>
              <a:buNone/>
              <a:defRPr sz="3500">
                <a:solidFill>
                  <a:schemeClr val="lt2"/>
                </a:solidFill>
                <a:latin typeface="Bebas Neue"/>
                <a:ea typeface="Bebas Neue"/>
                <a:cs typeface="Bebas Neue"/>
                <a:sym typeface="Bebas Neue"/>
              </a:defRPr>
            </a:lvl8pPr>
            <a:lvl9pPr lvl="8" rtl="0">
              <a:spcBef>
                <a:spcPts val="0"/>
              </a:spcBef>
              <a:spcAft>
                <a:spcPts val="0"/>
              </a:spcAft>
              <a:buClr>
                <a:schemeClr val="lt2"/>
              </a:buClr>
              <a:buSzPts val="3500"/>
              <a:buFont typeface="Bebas Neue"/>
              <a:buNone/>
              <a:defRPr sz="3500">
                <a:solidFill>
                  <a:schemeClr val="lt2"/>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2"/>
              </a:buClr>
              <a:buSzPts val="1400"/>
              <a:buFont typeface="Lato"/>
              <a:buChar char="●"/>
              <a:defRPr>
                <a:solidFill>
                  <a:schemeClr val="lt2"/>
                </a:solidFill>
                <a:latin typeface="Lato"/>
                <a:ea typeface="Lato"/>
                <a:cs typeface="Lato"/>
                <a:sym typeface="Lato"/>
              </a:defRPr>
            </a:lvl1pPr>
            <a:lvl2pPr marL="914400" lvl="1" indent="-317500">
              <a:lnSpc>
                <a:spcPct val="115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2pPr>
            <a:lvl3pPr marL="1371600" lvl="2" indent="-317500">
              <a:lnSpc>
                <a:spcPct val="115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3pPr>
            <a:lvl4pPr marL="1828800" lvl="3" indent="-317500">
              <a:lnSpc>
                <a:spcPct val="115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4pPr>
            <a:lvl5pPr marL="2286000" lvl="4" indent="-317500">
              <a:lnSpc>
                <a:spcPct val="115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5pPr>
            <a:lvl6pPr marL="2743200" lvl="5" indent="-317500">
              <a:lnSpc>
                <a:spcPct val="115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6pPr>
            <a:lvl7pPr marL="3200400" lvl="6" indent="-317500">
              <a:lnSpc>
                <a:spcPct val="115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7pPr>
            <a:lvl8pPr marL="3657600" lvl="7" indent="-317500">
              <a:lnSpc>
                <a:spcPct val="115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8pPr>
            <a:lvl9pPr marL="4114800" lvl="8" indent="-317500">
              <a:lnSpc>
                <a:spcPct val="115000"/>
              </a:lnSpc>
              <a:spcBef>
                <a:spcPts val="1600"/>
              </a:spcBef>
              <a:spcAft>
                <a:spcPts val="1600"/>
              </a:spcAft>
              <a:buClr>
                <a:schemeClr val="lt2"/>
              </a:buClr>
              <a:buSzPts val="1400"/>
              <a:buFont typeface="Lato"/>
              <a:buChar char="■"/>
              <a:defRPr>
                <a:solidFill>
                  <a:schemeClr val="lt2"/>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2" r:id="rId33"/>
    <p:sldLayoutId id="2147483683" r:id="rId34"/>
    <p:sldLayoutId id="2147483684" r:id="rId35"/>
    <p:sldLayoutId id="2147483685" r:id="rId36"/>
    <p:sldLayoutId id="2147483686" r:id="rId37"/>
    <p:sldLayoutId id="2147483687" r:id="rId38"/>
    <p:sldLayoutId id="2147483688" r:id="rId39"/>
    <p:sldLayoutId id="2147483689" r:id="rId40"/>
    <p:sldLayoutId id="2147483690" r:id="rId41"/>
    <p:sldLayoutId id="2147483691" r:id="rId42"/>
    <p:sldLayoutId id="2147483692" r:id="rId43"/>
    <p:sldLayoutId id="2147483693" r:id="rId44"/>
    <p:sldLayoutId id="2147483694" r:id="rId45"/>
    <p:sldLayoutId id="2147483695" r:id="rId46"/>
    <p:sldLayoutId id="2147483696" r:id="rId47"/>
    <p:sldLayoutId id="2147483697" r:id="rId48"/>
    <p:sldLayoutId id="2147483698" r:id="rId49"/>
    <p:sldLayoutId id="2147483699" r:id="rId50"/>
    <p:sldLayoutId id="2147483700" r:id="rId5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79000">
              <a:schemeClr val="lt1"/>
            </a:gs>
            <a:gs pos="100000">
              <a:schemeClr val="accent6"/>
            </a:gs>
          </a:gsLst>
          <a:lin ang="2700006" scaled="0"/>
        </a:gradFill>
        <a:effectLst/>
      </p:bgPr>
    </p:bg>
    <p:spTree>
      <p:nvGrpSpPr>
        <p:cNvPr id="1" name="Shape 430"/>
        <p:cNvGrpSpPr/>
        <p:nvPr/>
      </p:nvGrpSpPr>
      <p:grpSpPr>
        <a:xfrm>
          <a:off x="0" y="0"/>
          <a:ext cx="0" cy="0"/>
          <a:chOff x="0" y="0"/>
          <a:chExt cx="0" cy="0"/>
        </a:xfrm>
      </p:grpSpPr>
      <p:sp>
        <p:nvSpPr>
          <p:cNvPr id="431" name="Google Shape;431;p56"/>
          <p:cNvSpPr txBox="1">
            <a:spLocks noGrp="1"/>
          </p:cNvSpPr>
          <p:nvPr>
            <p:ph type="ctrTitle"/>
          </p:nvPr>
        </p:nvSpPr>
        <p:spPr>
          <a:xfrm>
            <a:off x="715010" y="1937385"/>
            <a:ext cx="5579745" cy="149987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E</a:t>
            </a:r>
            <a:r>
              <a:rPr lang="en-GB">
                <a:latin typeface="Times New Roman" panose="02020603050405020304" charset="0"/>
                <a:cs typeface="Times New Roman" panose="02020603050405020304" charset="0"/>
              </a:rPr>
              <a:t>merging trends and future directions</a:t>
            </a:r>
          </a:p>
        </p:txBody>
      </p:sp>
      <p:cxnSp>
        <p:nvCxnSpPr>
          <p:cNvPr id="433" name="Google Shape;433;p56"/>
          <p:cNvCxnSpPr/>
          <p:nvPr/>
        </p:nvCxnSpPr>
        <p:spPr>
          <a:xfrm>
            <a:off x="684210" y="4249300"/>
            <a:ext cx="5481000" cy="0"/>
          </a:xfrm>
          <a:prstGeom prst="straightConnector1">
            <a:avLst/>
          </a:prstGeom>
          <a:noFill/>
          <a:ln w="19050" cap="flat" cmpd="sng">
            <a:solidFill>
              <a:schemeClr val="lt2"/>
            </a:solidFill>
            <a:prstDash val="solid"/>
            <a:round/>
            <a:headEnd type="none" w="med" len="med"/>
            <a:tailEnd type="none" w="med" len="med"/>
          </a:ln>
        </p:spPr>
      </p:cxnSp>
      <p:grpSp>
        <p:nvGrpSpPr>
          <p:cNvPr id="434" name="Google Shape;434;p56"/>
          <p:cNvGrpSpPr/>
          <p:nvPr/>
        </p:nvGrpSpPr>
        <p:grpSpPr>
          <a:xfrm>
            <a:off x="6978465" y="570975"/>
            <a:ext cx="1450362" cy="1447410"/>
            <a:chOff x="7193640" y="535000"/>
            <a:chExt cx="1450362" cy="1447410"/>
          </a:xfrm>
        </p:grpSpPr>
        <p:sp>
          <p:nvSpPr>
            <p:cNvPr id="435" name="Google Shape;435;p56"/>
            <p:cNvSpPr/>
            <p:nvPr/>
          </p:nvSpPr>
          <p:spPr>
            <a:xfrm>
              <a:off x="8222280" y="600283"/>
              <a:ext cx="179093" cy="1316756"/>
            </a:xfrm>
            <a:custGeom>
              <a:avLst/>
              <a:gdLst/>
              <a:ahLst/>
              <a:cxnLst/>
              <a:rect l="l" t="t" r="r" b="b"/>
              <a:pathLst>
                <a:path w="2052" h="15087" extrusionOk="0">
                  <a:moveTo>
                    <a:pt x="2052" y="13741"/>
                  </a:moveTo>
                  <a:lnTo>
                    <a:pt x="2052" y="1347"/>
                  </a:lnTo>
                  <a:cubicBezTo>
                    <a:pt x="1438" y="799"/>
                    <a:pt x="747" y="346"/>
                    <a:pt x="0" y="0"/>
                  </a:cubicBezTo>
                  <a:lnTo>
                    <a:pt x="0" y="15087"/>
                  </a:lnTo>
                  <a:cubicBezTo>
                    <a:pt x="747" y="14742"/>
                    <a:pt x="1438" y="14288"/>
                    <a:pt x="2052" y="13741"/>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56"/>
            <p:cNvSpPr/>
            <p:nvPr/>
          </p:nvSpPr>
          <p:spPr>
            <a:xfrm>
              <a:off x="7960276" y="535000"/>
              <a:ext cx="179093" cy="1447323"/>
            </a:xfrm>
            <a:custGeom>
              <a:avLst/>
              <a:gdLst/>
              <a:ahLst/>
              <a:cxnLst/>
              <a:rect l="l" t="t" r="r" b="b"/>
              <a:pathLst>
                <a:path w="2052" h="16583" extrusionOk="0">
                  <a:moveTo>
                    <a:pt x="2052" y="16205"/>
                  </a:moveTo>
                  <a:lnTo>
                    <a:pt x="2052" y="378"/>
                  </a:lnTo>
                  <a:cubicBezTo>
                    <a:pt x="1387" y="166"/>
                    <a:pt x="697" y="40"/>
                    <a:pt x="0" y="0"/>
                  </a:cubicBezTo>
                  <a:lnTo>
                    <a:pt x="0" y="16583"/>
                  </a:lnTo>
                  <a:cubicBezTo>
                    <a:pt x="697" y="16544"/>
                    <a:pt x="1387" y="16417"/>
                    <a:pt x="2052" y="16205"/>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6"/>
            <p:cNvSpPr/>
            <p:nvPr/>
          </p:nvSpPr>
          <p:spPr>
            <a:xfrm>
              <a:off x="8484197" y="805295"/>
              <a:ext cx="159805" cy="906726"/>
            </a:xfrm>
            <a:custGeom>
              <a:avLst/>
              <a:gdLst/>
              <a:ahLst/>
              <a:cxnLst/>
              <a:rect l="l" t="t" r="r" b="b"/>
              <a:pathLst>
                <a:path w="1831" h="10389" extrusionOk="0">
                  <a:moveTo>
                    <a:pt x="1828" y="5195"/>
                  </a:moveTo>
                  <a:cubicBezTo>
                    <a:pt x="1830" y="3305"/>
                    <a:pt x="1185" y="1472"/>
                    <a:pt x="1" y="1"/>
                  </a:cubicBezTo>
                  <a:lnTo>
                    <a:pt x="1" y="10388"/>
                  </a:lnTo>
                  <a:cubicBezTo>
                    <a:pt x="1186" y="8917"/>
                    <a:pt x="1830" y="7084"/>
                    <a:pt x="1828" y="5195"/>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6"/>
            <p:cNvSpPr/>
            <p:nvPr/>
          </p:nvSpPr>
          <p:spPr>
            <a:xfrm>
              <a:off x="7193640" y="805295"/>
              <a:ext cx="159631" cy="906726"/>
            </a:xfrm>
            <a:custGeom>
              <a:avLst/>
              <a:gdLst/>
              <a:ahLst/>
              <a:cxnLst/>
              <a:rect l="l" t="t" r="r" b="b"/>
              <a:pathLst>
                <a:path w="1829" h="10389" extrusionOk="0">
                  <a:moveTo>
                    <a:pt x="3" y="5195"/>
                  </a:moveTo>
                  <a:cubicBezTo>
                    <a:pt x="1" y="7084"/>
                    <a:pt x="645" y="8917"/>
                    <a:pt x="1829" y="10388"/>
                  </a:cubicBezTo>
                  <a:lnTo>
                    <a:pt x="1829" y="1"/>
                  </a:lnTo>
                  <a:cubicBezTo>
                    <a:pt x="645" y="1472"/>
                    <a:pt x="1" y="3305"/>
                    <a:pt x="3" y="5195"/>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6"/>
            <p:cNvSpPr/>
            <p:nvPr/>
          </p:nvSpPr>
          <p:spPr>
            <a:xfrm>
              <a:off x="7698272" y="535000"/>
              <a:ext cx="179093" cy="1447410"/>
            </a:xfrm>
            <a:custGeom>
              <a:avLst/>
              <a:gdLst/>
              <a:ahLst/>
              <a:cxnLst/>
              <a:rect l="l" t="t" r="r" b="b"/>
              <a:pathLst>
                <a:path w="2052" h="16584" extrusionOk="0">
                  <a:moveTo>
                    <a:pt x="2052" y="16584"/>
                  </a:moveTo>
                  <a:lnTo>
                    <a:pt x="2052" y="0"/>
                  </a:lnTo>
                  <a:cubicBezTo>
                    <a:pt x="1355" y="40"/>
                    <a:pt x="665" y="166"/>
                    <a:pt x="0" y="379"/>
                  </a:cubicBezTo>
                  <a:lnTo>
                    <a:pt x="0" y="16205"/>
                  </a:lnTo>
                  <a:cubicBezTo>
                    <a:pt x="665" y="16418"/>
                    <a:pt x="1355" y="16545"/>
                    <a:pt x="2052" y="16584"/>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6"/>
            <p:cNvSpPr/>
            <p:nvPr/>
          </p:nvSpPr>
          <p:spPr>
            <a:xfrm>
              <a:off x="7436268" y="600283"/>
              <a:ext cx="179093" cy="1316756"/>
            </a:xfrm>
            <a:custGeom>
              <a:avLst/>
              <a:gdLst/>
              <a:ahLst/>
              <a:cxnLst/>
              <a:rect l="l" t="t" r="r" b="b"/>
              <a:pathLst>
                <a:path w="2052" h="15087" extrusionOk="0">
                  <a:moveTo>
                    <a:pt x="0" y="13741"/>
                  </a:moveTo>
                  <a:cubicBezTo>
                    <a:pt x="614" y="14288"/>
                    <a:pt x="1305" y="14742"/>
                    <a:pt x="2052" y="15087"/>
                  </a:cubicBezTo>
                  <a:lnTo>
                    <a:pt x="2052" y="0"/>
                  </a:lnTo>
                  <a:cubicBezTo>
                    <a:pt x="1305" y="346"/>
                    <a:pt x="614" y="799"/>
                    <a:pt x="0" y="1347"/>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441;p56"/>
          <p:cNvGrpSpPr/>
          <p:nvPr/>
        </p:nvGrpSpPr>
        <p:grpSpPr>
          <a:xfrm flipH="1">
            <a:off x="6205843" y="624360"/>
            <a:ext cx="2222991" cy="2380171"/>
            <a:chOff x="279450" y="571167"/>
            <a:chExt cx="1533626" cy="1642063"/>
          </a:xfrm>
        </p:grpSpPr>
        <p:sp>
          <p:nvSpPr>
            <p:cNvPr id="442" name="Google Shape;442;p56"/>
            <p:cNvSpPr/>
            <p:nvPr/>
          </p:nvSpPr>
          <p:spPr>
            <a:xfrm>
              <a:off x="328046" y="591443"/>
              <a:ext cx="1470248" cy="1255737"/>
            </a:xfrm>
            <a:custGeom>
              <a:avLst/>
              <a:gdLst/>
              <a:ahLst/>
              <a:cxnLst/>
              <a:rect l="l" t="t" r="r" b="b"/>
              <a:pathLst>
                <a:path w="38574" h="32946" extrusionOk="0">
                  <a:moveTo>
                    <a:pt x="547" y="31774"/>
                  </a:moveTo>
                  <a:cubicBezTo>
                    <a:pt x="2603" y="32632"/>
                    <a:pt x="4864" y="32946"/>
                    <a:pt x="7070" y="32574"/>
                  </a:cubicBezTo>
                  <a:cubicBezTo>
                    <a:pt x="9317" y="32195"/>
                    <a:pt x="11298" y="31096"/>
                    <a:pt x="13328" y="30122"/>
                  </a:cubicBezTo>
                  <a:cubicBezTo>
                    <a:pt x="15399" y="29128"/>
                    <a:pt x="17589" y="28397"/>
                    <a:pt x="19866" y="28065"/>
                  </a:cubicBezTo>
                  <a:cubicBezTo>
                    <a:pt x="22349" y="27703"/>
                    <a:pt x="24838" y="27849"/>
                    <a:pt x="27317" y="28184"/>
                  </a:cubicBezTo>
                  <a:cubicBezTo>
                    <a:pt x="29584" y="28491"/>
                    <a:pt x="32081" y="29201"/>
                    <a:pt x="34326" y="28412"/>
                  </a:cubicBezTo>
                  <a:cubicBezTo>
                    <a:pt x="35850" y="27875"/>
                    <a:pt x="37009" y="26591"/>
                    <a:pt x="37270" y="24982"/>
                  </a:cubicBezTo>
                  <a:cubicBezTo>
                    <a:pt x="37535" y="23347"/>
                    <a:pt x="36855" y="21789"/>
                    <a:pt x="36075" y="20392"/>
                  </a:cubicBezTo>
                  <a:cubicBezTo>
                    <a:pt x="35272" y="18955"/>
                    <a:pt x="34226" y="17655"/>
                    <a:pt x="33050" y="16506"/>
                  </a:cubicBezTo>
                  <a:cubicBezTo>
                    <a:pt x="30600" y="14113"/>
                    <a:pt x="27483" y="12314"/>
                    <a:pt x="24141" y="11530"/>
                  </a:cubicBezTo>
                  <a:cubicBezTo>
                    <a:pt x="21049" y="10804"/>
                    <a:pt x="17115" y="10926"/>
                    <a:pt x="14486" y="12942"/>
                  </a:cubicBezTo>
                  <a:cubicBezTo>
                    <a:pt x="13185" y="13939"/>
                    <a:pt x="12467" y="15527"/>
                    <a:pt x="12809" y="17160"/>
                  </a:cubicBezTo>
                  <a:cubicBezTo>
                    <a:pt x="13084" y="18470"/>
                    <a:pt x="14016" y="19483"/>
                    <a:pt x="15098" y="20211"/>
                  </a:cubicBezTo>
                  <a:cubicBezTo>
                    <a:pt x="17696" y="21961"/>
                    <a:pt x="21091" y="22431"/>
                    <a:pt x="24137" y="21952"/>
                  </a:cubicBezTo>
                  <a:cubicBezTo>
                    <a:pt x="27944" y="21354"/>
                    <a:pt x="31452" y="19344"/>
                    <a:pt x="34027" y="16495"/>
                  </a:cubicBezTo>
                  <a:cubicBezTo>
                    <a:pt x="37100" y="13096"/>
                    <a:pt x="38574" y="8661"/>
                    <a:pt x="38471" y="4108"/>
                  </a:cubicBezTo>
                  <a:cubicBezTo>
                    <a:pt x="38445" y="2923"/>
                    <a:pt x="38310" y="1744"/>
                    <a:pt x="38108" y="578"/>
                  </a:cubicBezTo>
                  <a:cubicBezTo>
                    <a:pt x="38007" y="0"/>
                    <a:pt x="37090" y="63"/>
                    <a:pt x="37191" y="648"/>
                  </a:cubicBezTo>
                  <a:cubicBezTo>
                    <a:pt x="37913" y="4798"/>
                    <a:pt x="37586" y="9103"/>
                    <a:pt x="35520" y="12843"/>
                  </a:cubicBezTo>
                  <a:cubicBezTo>
                    <a:pt x="33688" y="16161"/>
                    <a:pt x="30651" y="18832"/>
                    <a:pt x="27115" y="20203"/>
                  </a:cubicBezTo>
                  <a:cubicBezTo>
                    <a:pt x="24205" y="21332"/>
                    <a:pt x="20945" y="21577"/>
                    <a:pt x="17965" y="20579"/>
                  </a:cubicBezTo>
                  <a:cubicBezTo>
                    <a:pt x="15674" y="19813"/>
                    <a:pt x="12552" y="17775"/>
                    <a:pt x="13962" y="14928"/>
                  </a:cubicBezTo>
                  <a:cubicBezTo>
                    <a:pt x="14721" y="13393"/>
                    <a:pt x="16640" y="12692"/>
                    <a:pt x="18208" y="12331"/>
                  </a:cubicBezTo>
                  <a:cubicBezTo>
                    <a:pt x="19682" y="11990"/>
                    <a:pt x="21229" y="11971"/>
                    <a:pt x="22721" y="12193"/>
                  </a:cubicBezTo>
                  <a:cubicBezTo>
                    <a:pt x="25792" y="12648"/>
                    <a:pt x="28701" y="14061"/>
                    <a:pt x="31103" y="16006"/>
                  </a:cubicBezTo>
                  <a:cubicBezTo>
                    <a:pt x="33313" y="17795"/>
                    <a:pt x="35647" y="20395"/>
                    <a:pt x="36304" y="23251"/>
                  </a:cubicBezTo>
                  <a:cubicBezTo>
                    <a:pt x="36688" y="24923"/>
                    <a:pt x="36001" y="26635"/>
                    <a:pt x="34417" y="27385"/>
                  </a:cubicBezTo>
                  <a:cubicBezTo>
                    <a:pt x="32422" y="28329"/>
                    <a:pt x="30005" y="27637"/>
                    <a:pt x="27940" y="27344"/>
                  </a:cubicBezTo>
                  <a:cubicBezTo>
                    <a:pt x="23276" y="26683"/>
                    <a:pt x="18714" y="26829"/>
                    <a:pt x="14316" y="28669"/>
                  </a:cubicBezTo>
                  <a:cubicBezTo>
                    <a:pt x="12250" y="29533"/>
                    <a:pt x="10329" y="30751"/>
                    <a:pt x="8168" y="31385"/>
                  </a:cubicBezTo>
                  <a:cubicBezTo>
                    <a:pt x="5790" y="32082"/>
                    <a:pt x="3236" y="31901"/>
                    <a:pt x="957" y="30950"/>
                  </a:cubicBezTo>
                  <a:cubicBezTo>
                    <a:pt x="412" y="30723"/>
                    <a:pt x="0" y="31546"/>
                    <a:pt x="547" y="31774"/>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6"/>
            <p:cNvSpPr/>
            <p:nvPr/>
          </p:nvSpPr>
          <p:spPr>
            <a:xfrm>
              <a:off x="1161610" y="949375"/>
              <a:ext cx="508950" cy="987369"/>
            </a:xfrm>
            <a:custGeom>
              <a:avLst/>
              <a:gdLst/>
              <a:ahLst/>
              <a:cxnLst/>
              <a:rect l="l" t="t" r="r" b="b"/>
              <a:pathLst>
                <a:path w="13353" h="25905" extrusionOk="0">
                  <a:moveTo>
                    <a:pt x="3512" y="0"/>
                  </a:moveTo>
                  <a:lnTo>
                    <a:pt x="1" y="14288"/>
                  </a:lnTo>
                  <a:lnTo>
                    <a:pt x="13352" y="25905"/>
                  </a:lnTo>
                  <a:lnTo>
                    <a:pt x="13352" y="25905"/>
                  </a:lnTo>
                  <a:lnTo>
                    <a:pt x="3512" y="0"/>
                  </a:lnTo>
                  <a:close/>
                </a:path>
              </a:pathLst>
            </a:custGeom>
            <a:solidFill>
              <a:srgbClr val="3018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6"/>
            <p:cNvSpPr/>
            <p:nvPr/>
          </p:nvSpPr>
          <p:spPr>
            <a:xfrm>
              <a:off x="474253" y="949375"/>
              <a:ext cx="821264" cy="544625"/>
            </a:xfrm>
            <a:custGeom>
              <a:avLst/>
              <a:gdLst/>
              <a:ahLst/>
              <a:cxnLst/>
              <a:rect l="l" t="t" r="r" b="b"/>
              <a:pathLst>
                <a:path w="21547" h="14289" extrusionOk="0">
                  <a:moveTo>
                    <a:pt x="21546" y="0"/>
                  </a:moveTo>
                  <a:lnTo>
                    <a:pt x="18035" y="14288"/>
                  </a:lnTo>
                  <a:lnTo>
                    <a:pt x="0" y="13027"/>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6"/>
            <p:cNvSpPr/>
            <p:nvPr/>
          </p:nvSpPr>
          <p:spPr>
            <a:xfrm>
              <a:off x="474253" y="1445889"/>
              <a:ext cx="1196316" cy="767331"/>
            </a:xfrm>
            <a:custGeom>
              <a:avLst/>
              <a:gdLst/>
              <a:ahLst/>
              <a:cxnLst/>
              <a:rect l="l" t="t" r="r" b="b"/>
              <a:pathLst>
                <a:path w="31387" h="20132" extrusionOk="0">
                  <a:moveTo>
                    <a:pt x="0" y="0"/>
                  </a:moveTo>
                  <a:lnTo>
                    <a:pt x="18035" y="1261"/>
                  </a:lnTo>
                  <a:lnTo>
                    <a:pt x="31386" y="12878"/>
                  </a:lnTo>
                  <a:lnTo>
                    <a:pt x="12993" y="20132"/>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56"/>
            <p:cNvSpPr/>
            <p:nvPr/>
          </p:nvSpPr>
          <p:spPr>
            <a:xfrm>
              <a:off x="969437" y="1493952"/>
              <a:ext cx="701125" cy="719268"/>
            </a:xfrm>
            <a:custGeom>
              <a:avLst/>
              <a:gdLst/>
              <a:ahLst/>
              <a:cxnLst/>
              <a:rect l="l" t="t" r="r" b="b"/>
              <a:pathLst>
                <a:path w="18395" h="18871" extrusionOk="0">
                  <a:moveTo>
                    <a:pt x="5043" y="0"/>
                  </a:moveTo>
                  <a:lnTo>
                    <a:pt x="1" y="18871"/>
                  </a:lnTo>
                  <a:lnTo>
                    <a:pt x="18394" y="11617"/>
                  </a:lnTo>
                  <a:lnTo>
                    <a:pt x="5043" y="0"/>
                  </a:lnTo>
                  <a:close/>
                </a:path>
              </a:pathLst>
            </a:custGeom>
            <a:solidFill>
              <a:srgbClr val="241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56"/>
            <p:cNvSpPr/>
            <p:nvPr/>
          </p:nvSpPr>
          <p:spPr>
            <a:xfrm>
              <a:off x="969437" y="949375"/>
              <a:ext cx="701125" cy="1263855"/>
            </a:xfrm>
            <a:custGeom>
              <a:avLst/>
              <a:gdLst/>
              <a:ahLst/>
              <a:cxnLst/>
              <a:rect l="l" t="t" r="r" b="b"/>
              <a:pathLst>
                <a:path w="18395" h="33159" extrusionOk="0">
                  <a:moveTo>
                    <a:pt x="8554" y="0"/>
                  </a:moveTo>
                  <a:lnTo>
                    <a:pt x="5043" y="14288"/>
                  </a:lnTo>
                  <a:lnTo>
                    <a:pt x="1" y="33159"/>
                  </a:lnTo>
                  <a:lnTo>
                    <a:pt x="18394" y="25905"/>
                  </a:lnTo>
                  <a:close/>
                </a:path>
              </a:pathLst>
            </a:custGeom>
            <a:gradFill>
              <a:gsLst>
                <a:gs pos="0">
                  <a:schemeClr val="accent1"/>
                </a:gs>
                <a:gs pos="100000">
                  <a:schemeClr val="accent2"/>
                </a:gs>
              </a:gsLst>
              <a:lin ang="59999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6"/>
            <p:cNvSpPr/>
            <p:nvPr/>
          </p:nvSpPr>
          <p:spPr>
            <a:xfrm>
              <a:off x="279450" y="1498868"/>
              <a:ext cx="1471963" cy="348981"/>
            </a:xfrm>
            <a:custGeom>
              <a:avLst/>
              <a:gdLst/>
              <a:ahLst/>
              <a:cxnLst/>
              <a:rect l="l" t="t" r="r" b="b"/>
              <a:pathLst>
                <a:path w="38619" h="9156" extrusionOk="0">
                  <a:moveTo>
                    <a:pt x="37672" y="613"/>
                  </a:moveTo>
                  <a:cubicBezTo>
                    <a:pt x="37589" y="1865"/>
                    <a:pt x="36905" y="3003"/>
                    <a:pt x="35692" y="3576"/>
                  </a:cubicBezTo>
                  <a:cubicBezTo>
                    <a:pt x="33696" y="4521"/>
                    <a:pt x="31280" y="3828"/>
                    <a:pt x="29215" y="3536"/>
                  </a:cubicBezTo>
                  <a:cubicBezTo>
                    <a:pt x="24550" y="2875"/>
                    <a:pt x="19987" y="3020"/>
                    <a:pt x="15591" y="4860"/>
                  </a:cubicBezTo>
                  <a:cubicBezTo>
                    <a:pt x="13525" y="5724"/>
                    <a:pt x="11604" y="6943"/>
                    <a:pt x="9442" y="7577"/>
                  </a:cubicBezTo>
                  <a:cubicBezTo>
                    <a:pt x="7065" y="8273"/>
                    <a:pt x="4534" y="7474"/>
                    <a:pt x="2336" y="6344"/>
                  </a:cubicBezTo>
                  <a:cubicBezTo>
                    <a:pt x="996" y="5654"/>
                    <a:pt x="1" y="7761"/>
                    <a:pt x="1609" y="8297"/>
                  </a:cubicBezTo>
                  <a:cubicBezTo>
                    <a:pt x="3665" y="9155"/>
                    <a:pt x="6139" y="9137"/>
                    <a:pt x="8345" y="8765"/>
                  </a:cubicBezTo>
                  <a:cubicBezTo>
                    <a:pt x="10592" y="8387"/>
                    <a:pt x="12573" y="7288"/>
                    <a:pt x="14603" y="6314"/>
                  </a:cubicBezTo>
                  <a:cubicBezTo>
                    <a:pt x="16674" y="5320"/>
                    <a:pt x="18864" y="4589"/>
                    <a:pt x="21141" y="4256"/>
                  </a:cubicBezTo>
                  <a:cubicBezTo>
                    <a:pt x="23624" y="3894"/>
                    <a:pt x="26113" y="4041"/>
                    <a:pt x="28592" y="4376"/>
                  </a:cubicBezTo>
                  <a:cubicBezTo>
                    <a:pt x="30859" y="4683"/>
                    <a:pt x="33356" y="5393"/>
                    <a:pt x="35601" y="4602"/>
                  </a:cubicBezTo>
                  <a:cubicBezTo>
                    <a:pt x="37125" y="4067"/>
                    <a:pt x="38284" y="2783"/>
                    <a:pt x="38545" y="1172"/>
                  </a:cubicBezTo>
                  <a:cubicBezTo>
                    <a:pt x="38606" y="785"/>
                    <a:pt x="38619" y="391"/>
                    <a:pt x="38582" y="0"/>
                  </a:cubicBezTo>
                  <a:close/>
                </a:path>
              </a:pathLst>
            </a:custGeom>
            <a:solidFill>
              <a:srgbClr val="EECB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56"/>
            <p:cNvSpPr/>
            <p:nvPr/>
          </p:nvSpPr>
          <p:spPr>
            <a:xfrm>
              <a:off x="809927" y="571167"/>
              <a:ext cx="1003149" cy="895512"/>
            </a:xfrm>
            <a:custGeom>
              <a:avLst/>
              <a:gdLst/>
              <a:ahLst/>
              <a:cxnLst/>
              <a:rect l="l" t="t" r="r" b="b"/>
              <a:pathLst>
                <a:path w="26319" h="23495" extrusionOk="0">
                  <a:moveTo>
                    <a:pt x="2633" y="12973"/>
                  </a:moveTo>
                  <a:cubicBezTo>
                    <a:pt x="1275" y="13711"/>
                    <a:pt x="239" y="14919"/>
                    <a:pt x="99" y="16501"/>
                  </a:cubicBezTo>
                  <a:cubicBezTo>
                    <a:pt x="0" y="17617"/>
                    <a:pt x="368" y="18683"/>
                    <a:pt x="1086" y="19539"/>
                  </a:cubicBezTo>
                  <a:cubicBezTo>
                    <a:pt x="2571" y="21309"/>
                    <a:pt x="5071" y="22200"/>
                    <a:pt x="7297" y="22526"/>
                  </a:cubicBezTo>
                  <a:cubicBezTo>
                    <a:pt x="13911" y="23494"/>
                    <a:pt x="20546" y="19487"/>
                    <a:pt x="23701" y="13783"/>
                  </a:cubicBezTo>
                  <a:cubicBezTo>
                    <a:pt x="24939" y="11545"/>
                    <a:pt x="25602" y="9030"/>
                    <a:pt x="25772" y="6485"/>
                  </a:cubicBezTo>
                  <a:cubicBezTo>
                    <a:pt x="25856" y="5225"/>
                    <a:pt x="26319" y="167"/>
                    <a:pt x="24374" y="79"/>
                  </a:cubicBezTo>
                  <a:cubicBezTo>
                    <a:pt x="22633" y="0"/>
                    <a:pt x="23354" y="2391"/>
                    <a:pt x="23550" y="3310"/>
                  </a:cubicBezTo>
                  <a:cubicBezTo>
                    <a:pt x="24147" y="6093"/>
                    <a:pt x="24714" y="9141"/>
                    <a:pt x="23608" y="11875"/>
                  </a:cubicBezTo>
                  <a:cubicBezTo>
                    <a:pt x="22452" y="14733"/>
                    <a:pt x="20301" y="17237"/>
                    <a:pt x="17776" y="18977"/>
                  </a:cubicBezTo>
                  <a:cubicBezTo>
                    <a:pt x="13629" y="21835"/>
                    <a:pt x="7784" y="22872"/>
                    <a:pt x="3284" y="20188"/>
                  </a:cubicBezTo>
                  <a:cubicBezTo>
                    <a:pt x="2329" y="19618"/>
                    <a:pt x="1410" y="18791"/>
                    <a:pt x="1105" y="17685"/>
                  </a:cubicBezTo>
                  <a:cubicBezTo>
                    <a:pt x="634" y="15982"/>
                    <a:pt x="1700" y="14522"/>
                    <a:pt x="3147" y="13736"/>
                  </a:cubicBezTo>
                  <a:cubicBezTo>
                    <a:pt x="3667" y="13453"/>
                    <a:pt x="3149" y="12694"/>
                    <a:pt x="2633" y="12973"/>
                  </a:cubicBezTo>
                  <a:close/>
                </a:path>
              </a:pathLst>
            </a:custGeom>
            <a:solidFill>
              <a:srgbClr val="EECB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grpSp>
      <p:grpSp>
        <p:nvGrpSpPr>
          <p:cNvPr id="450" name="Google Shape;450;p56"/>
          <p:cNvGrpSpPr/>
          <p:nvPr/>
        </p:nvGrpSpPr>
        <p:grpSpPr>
          <a:xfrm>
            <a:off x="6724281" y="3004537"/>
            <a:ext cx="310599" cy="294704"/>
            <a:chOff x="6724281" y="3004537"/>
            <a:chExt cx="310599" cy="294704"/>
          </a:xfrm>
        </p:grpSpPr>
        <p:sp>
          <p:nvSpPr>
            <p:cNvPr id="451" name="Google Shape;451;p56"/>
            <p:cNvSpPr/>
            <p:nvPr/>
          </p:nvSpPr>
          <p:spPr>
            <a:xfrm>
              <a:off x="6771315" y="3004537"/>
              <a:ext cx="263565" cy="242106"/>
            </a:xfrm>
            <a:custGeom>
              <a:avLst/>
              <a:gdLst/>
              <a:ahLst/>
              <a:cxnLst/>
              <a:rect l="l" t="t" r="r" b="b"/>
              <a:pathLst>
                <a:path w="6915" h="6352" extrusionOk="0">
                  <a:moveTo>
                    <a:pt x="0" y="838"/>
                  </a:moveTo>
                  <a:lnTo>
                    <a:pt x="749" y="1"/>
                  </a:lnTo>
                  <a:lnTo>
                    <a:pt x="6914" y="5515"/>
                  </a:lnTo>
                  <a:lnTo>
                    <a:pt x="6165" y="6352"/>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6"/>
            <p:cNvSpPr/>
            <p:nvPr/>
          </p:nvSpPr>
          <p:spPr>
            <a:xfrm>
              <a:off x="6724281" y="3057058"/>
              <a:ext cx="263603" cy="242183"/>
            </a:xfrm>
            <a:custGeom>
              <a:avLst/>
              <a:gdLst/>
              <a:ahLst/>
              <a:cxnLst/>
              <a:rect l="l" t="t" r="r" b="b"/>
              <a:pathLst>
                <a:path w="6916" h="6354" extrusionOk="0">
                  <a:moveTo>
                    <a:pt x="1" y="839"/>
                  </a:moveTo>
                  <a:lnTo>
                    <a:pt x="750" y="1"/>
                  </a:lnTo>
                  <a:lnTo>
                    <a:pt x="6916" y="5516"/>
                  </a:lnTo>
                  <a:lnTo>
                    <a:pt x="6167" y="6353"/>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 name="Google Shape;453;p56"/>
          <p:cNvGrpSpPr/>
          <p:nvPr/>
        </p:nvGrpSpPr>
        <p:grpSpPr>
          <a:xfrm>
            <a:off x="8005637" y="2529896"/>
            <a:ext cx="274389" cy="287882"/>
            <a:chOff x="8005637" y="2529896"/>
            <a:chExt cx="274389" cy="287882"/>
          </a:xfrm>
        </p:grpSpPr>
        <p:sp>
          <p:nvSpPr>
            <p:cNvPr id="454" name="Google Shape;454;p56"/>
            <p:cNvSpPr/>
            <p:nvPr/>
          </p:nvSpPr>
          <p:spPr>
            <a:xfrm>
              <a:off x="8005637" y="2529896"/>
              <a:ext cx="221829" cy="240887"/>
            </a:xfrm>
            <a:custGeom>
              <a:avLst/>
              <a:gdLst/>
              <a:ahLst/>
              <a:cxnLst/>
              <a:rect l="l" t="t" r="r" b="b"/>
              <a:pathLst>
                <a:path w="5820" h="6320" extrusionOk="0">
                  <a:moveTo>
                    <a:pt x="0" y="5570"/>
                  </a:moveTo>
                  <a:lnTo>
                    <a:pt x="4982" y="0"/>
                  </a:lnTo>
                  <a:lnTo>
                    <a:pt x="5820" y="749"/>
                  </a:lnTo>
                  <a:lnTo>
                    <a:pt x="838" y="6319"/>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6"/>
            <p:cNvSpPr/>
            <p:nvPr/>
          </p:nvSpPr>
          <p:spPr>
            <a:xfrm>
              <a:off x="8058159" y="2576891"/>
              <a:ext cx="221867" cy="240887"/>
            </a:xfrm>
            <a:custGeom>
              <a:avLst/>
              <a:gdLst/>
              <a:ahLst/>
              <a:cxnLst/>
              <a:rect l="l" t="t" r="r" b="b"/>
              <a:pathLst>
                <a:path w="5821" h="6320" extrusionOk="0">
                  <a:moveTo>
                    <a:pt x="1" y="5571"/>
                  </a:moveTo>
                  <a:lnTo>
                    <a:pt x="4984" y="1"/>
                  </a:lnTo>
                  <a:lnTo>
                    <a:pt x="5820" y="750"/>
                  </a:lnTo>
                  <a:lnTo>
                    <a:pt x="838" y="632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56"/>
          <p:cNvSpPr/>
          <p:nvPr/>
        </p:nvSpPr>
        <p:spPr>
          <a:xfrm>
            <a:off x="5908493" y="1481213"/>
            <a:ext cx="218018" cy="218018"/>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6"/>
          <p:cNvSpPr/>
          <p:nvPr/>
        </p:nvSpPr>
        <p:spPr>
          <a:xfrm>
            <a:off x="6126488" y="1858060"/>
            <a:ext cx="78441" cy="78441"/>
          </a:xfrm>
          <a:custGeom>
            <a:avLst/>
            <a:gdLst/>
            <a:ahLst/>
            <a:cxnLst/>
            <a:rect l="l" t="t" r="r" b="b"/>
            <a:pathLst>
              <a:path w="2058" h="2058" extrusionOk="0">
                <a:moveTo>
                  <a:pt x="1242" y="118"/>
                </a:moveTo>
                <a:cubicBezTo>
                  <a:pt x="1744" y="236"/>
                  <a:pt x="2057" y="739"/>
                  <a:pt x="1939" y="1242"/>
                </a:cubicBezTo>
                <a:cubicBezTo>
                  <a:pt x="1821" y="1746"/>
                  <a:pt x="1319" y="2058"/>
                  <a:pt x="815" y="1940"/>
                </a:cubicBezTo>
                <a:cubicBezTo>
                  <a:pt x="312" y="1822"/>
                  <a:pt x="0" y="1319"/>
                  <a:pt x="117" y="816"/>
                </a:cubicBezTo>
                <a:cubicBezTo>
                  <a:pt x="235" y="312"/>
                  <a:pt x="739" y="1"/>
                  <a:pt x="1242" y="118"/>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8" name="Google Shape;458;p56"/>
          <p:cNvGrpSpPr/>
          <p:nvPr/>
        </p:nvGrpSpPr>
        <p:grpSpPr>
          <a:xfrm rot="8945712">
            <a:off x="881263" y="497824"/>
            <a:ext cx="470500" cy="545601"/>
            <a:chOff x="5320111" y="1881293"/>
            <a:chExt cx="470512" cy="545615"/>
          </a:xfrm>
        </p:grpSpPr>
        <p:sp>
          <p:nvSpPr>
            <p:cNvPr id="459" name="Google Shape;459;p56"/>
            <p:cNvSpPr/>
            <p:nvPr/>
          </p:nvSpPr>
          <p:spPr>
            <a:xfrm>
              <a:off x="5587062" y="18812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56"/>
            <p:cNvSpPr/>
            <p:nvPr/>
          </p:nvSpPr>
          <p:spPr>
            <a:xfrm>
              <a:off x="5320111" y="18812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6"/>
            <p:cNvSpPr/>
            <p:nvPr/>
          </p:nvSpPr>
          <p:spPr>
            <a:xfrm>
              <a:off x="5320111" y="22534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 name="Google Shape;462;p56"/>
          <p:cNvGrpSpPr/>
          <p:nvPr/>
        </p:nvGrpSpPr>
        <p:grpSpPr>
          <a:xfrm>
            <a:off x="1458464" y="748536"/>
            <a:ext cx="315323" cy="376981"/>
            <a:chOff x="4040314" y="1769061"/>
            <a:chExt cx="315323" cy="376981"/>
          </a:xfrm>
        </p:grpSpPr>
        <p:sp>
          <p:nvSpPr>
            <p:cNvPr id="463" name="Google Shape;463;p56"/>
            <p:cNvSpPr/>
            <p:nvPr/>
          </p:nvSpPr>
          <p:spPr>
            <a:xfrm>
              <a:off x="4040314" y="1769061"/>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56"/>
            <p:cNvSpPr/>
            <p:nvPr/>
          </p:nvSpPr>
          <p:spPr>
            <a:xfrm>
              <a:off x="4060093" y="1890752"/>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6"/>
            <p:cNvSpPr/>
            <p:nvPr/>
          </p:nvSpPr>
          <p:spPr>
            <a:xfrm>
              <a:off x="4040314" y="1769061"/>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 name="Google Shape;466;p56"/>
          <p:cNvSpPr/>
          <p:nvPr/>
        </p:nvSpPr>
        <p:spPr>
          <a:xfrm>
            <a:off x="7712293" y="4060888"/>
            <a:ext cx="218018" cy="218018"/>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56"/>
          <p:cNvSpPr/>
          <p:nvPr/>
        </p:nvSpPr>
        <p:spPr>
          <a:xfrm>
            <a:off x="8005628" y="4190098"/>
            <a:ext cx="376994" cy="376994"/>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8" name="Google Shape;468;p56"/>
          <p:cNvGrpSpPr/>
          <p:nvPr/>
        </p:nvGrpSpPr>
        <p:grpSpPr>
          <a:xfrm rot="2395509">
            <a:off x="1042623" y="1261797"/>
            <a:ext cx="274395" cy="287888"/>
            <a:chOff x="2772212" y="2822146"/>
            <a:chExt cx="274389" cy="287882"/>
          </a:xfrm>
        </p:grpSpPr>
        <p:sp>
          <p:nvSpPr>
            <p:cNvPr id="469" name="Google Shape;469;p56"/>
            <p:cNvSpPr/>
            <p:nvPr/>
          </p:nvSpPr>
          <p:spPr>
            <a:xfrm>
              <a:off x="2772212" y="2822146"/>
              <a:ext cx="221829" cy="240887"/>
            </a:xfrm>
            <a:custGeom>
              <a:avLst/>
              <a:gdLst/>
              <a:ahLst/>
              <a:cxnLst/>
              <a:rect l="l" t="t" r="r" b="b"/>
              <a:pathLst>
                <a:path w="5820" h="6320" extrusionOk="0">
                  <a:moveTo>
                    <a:pt x="0" y="5570"/>
                  </a:moveTo>
                  <a:lnTo>
                    <a:pt x="4982" y="0"/>
                  </a:lnTo>
                  <a:lnTo>
                    <a:pt x="5820" y="749"/>
                  </a:lnTo>
                  <a:lnTo>
                    <a:pt x="838" y="6319"/>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6"/>
            <p:cNvSpPr/>
            <p:nvPr/>
          </p:nvSpPr>
          <p:spPr>
            <a:xfrm>
              <a:off x="2824734" y="2869141"/>
              <a:ext cx="221867" cy="240887"/>
            </a:xfrm>
            <a:custGeom>
              <a:avLst/>
              <a:gdLst/>
              <a:ahLst/>
              <a:cxnLst/>
              <a:rect l="l" t="t" r="r" b="b"/>
              <a:pathLst>
                <a:path w="5821" h="6320" extrusionOk="0">
                  <a:moveTo>
                    <a:pt x="1" y="5571"/>
                  </a:moveTo>
                  <a:lnTo>
                    <a:pt x="4984" y="1"/>
                  </a:lnTo>
                  <a:lnTo>
                    <a:pt x="5820" y="750"/>
                  </a:lnTo>
                  <a:lnTo>
                    <a:pt x="838" y="632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57"/>
          <p:cNvSpPr txBox="1">
            <a:spLocks noGrp="1"/>
          </p:cNvSpPr>
          <p:nvPr>
            <p:ph type="title"/>
          </p:nvPr>
        </p:nvSpPr>
        <p:spPr>
          <a:xfrm>
            <a:off x="462825" y="775030"/>
            <a:ext cx="7704000" cy="48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sz="2800" b="1">
                <a:latin typeface="Times New Roman" panose="02020603050405020304" charset="0"/>
                <a:cs typeface="Times New Roman" panose="02020603050405020304" charset="0"/>
              </a:rPr>
              <a:t>What is emerging trends and future directions?</a:t>
            </a:r>
          </a:p>
        </p:txBody>
      </p:sp>
      <p:sp>
        <p:nvSpPr>
          <p:cNvPr id="476" name="Google Shape;476;p57"/>
          <p:cNvSpPr txBox="1">
            <a:spLocks noGrp="1"/>
          </p:cNvSpPr>
          <p:nvPr>
            <p:ph type="body" idx="1"/>
          </p:nvPr>
        </p:nvSpPr>
        <p:spPr>
          <a:xfrm>
            <a:off x="525055" y="1563370"/>
            <a:ext cx="7704000" cy="34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800">
                <a:latin typeface="Times New Roman" panose="02020603050405020304" charset="0"/>
                <a:cs typeface="Times New Roman" panose="02020603050405020304" charset="0"/>
              </a:rPr>
              <a:t>Emerging Trends: New developments influencing industries, technology, and society.</a:t>
            </a:r>
          </a:p>
          <a:p>
            <a:pPr marL="0" lvl="0" indent="0" algn="l" rtl="0">
              <a:spcBef>
                <a:spcPts val="0"/>
              </a:spcBef>
              <a:spcAft>
                <a:spcPts val="0"/>
              </a:spcAft>
              <a:buNone/>
            </a:pPr>
            <a:endParaRPr lang="en-GB" sz="2800">
              <a:latin typeface="Times New Roman" panose="02020603050405020304" charset="0"/>
              <a:cs typeface="Times New Roman" panose="02020603050405020304" charset="0"/>
            </a:endParaRPr>
          </a:p>
          <a:p>
            <a:pPr marL="0" lvl="0" indent="0" algn="l" rtl="0">
              <a:spcBef>
                <a:spcPts val="0"/>
              </a:spcBef>
              <a:spcAft>
                <a:spcPts val="0"/>
              </a:spcAft>
              <a:buNone/>
            </a:pPr>
            <a:r>
              <a:rPr lang="en-GB" sz="2800">
                <a:latin typeface="Times New Roman" panose="02020603050405020304" charset="0"/>
                <a:cs typeface="Times New Roman" panose="02020603050405020304" charset="0"/>
              </a:rPr>
              <a:t>Future Directions: Strategic pathways for addressing opportunities and challenges arising from trends.</a:t>
            </a:r>
          </a:p>
        </p:txBody>
      </p:sp>
      <p:cxnSp>
        <p:nvCxnSpPr>
          <p:cNvPr id="477" name="Google Shape;477;p57"/>
          <p:cNvCxnSpPr/>
          <p:nvPr/>
        </p:nvCxnSpPr>
        <p:spPr>
          <a:xfrm>
            <a:off x="-9925" y="4617225"/>
            <a:ext cx="7119600" cy="0"/>
          </a:xfrm>
          <a:prstGeom prst="straightConnector1">
            <a:avLst/>
          </a:prstGeom>
          <a:noFill/>
          <a:ln w="19050" cap="flat" cmpd="sng">
            <a:solidFill>
              <a:schemeClr val="lt2"/>
            </a:solidFill>
            <a:prstDash val="solid"/>
            <a:round/>
            <a:headEnd type="none" w="med" len="med"/>
            <a:tailEnd type="none" w="med" len="med"/>
          </a:ln>
        </p:spPr>
      </p:cxnSp>
      <p:grpSp>
        <p:nvGrpSpPr>
          <p:cNvPr id="478" name="Google Shape;478;p57"/>
          <p:cNvGrpSpPr/>
          <p:nvPr/>
        </p:nvGrpSpPr>
        <p:grpSpPr>
          <a:xfrm rot="5400000">
            <a:off x="7821781" y="4130527"/>
            <a:ext cx="231047" cy="973398"/>
            <a:chOff x="8668080" y="2328029"/>
            <a:chExt cx="127488" cy="537136"/>
          </a:xfrm>
        </p:grpSpPr>
        <p:sp>
          <p:nvSpPr>
            <p:cNvPr id="479" name="Google Shape;479;p57"/>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57"/>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57"/>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57"/>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57"/>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7"/>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7"/>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7"/>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7"/>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57"/>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7"/>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7"/>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57"/>
          <p:cNvSpPr/>
          <p:nvPr/>
        </p:nvSpPr>
        <p:spPr>
          <a:xfrm>
            <a:off x="298940" y="2600282"/>
            <a:ext cx="208877" cy="208944"/>
          </a:xfrm>
          <a:custGeom>
            <a:avLst/>
            <a:gdLst/>
            <a:ahLst/>
            <a:cxnLst/>
            <a:rect l="l" t="t" r="r" b="b"/>
            <a:pathLst>
              <a:path w="2058" h="2058" extrusionOk="0">
                <a:moveTo>
                  <a:pt x="1242" y="118"/>
                </a:moveTo>
                <a:cubicBezTo>
                  <a:pt x="1744" y="236"/>
                  <a:pt x="2057" y="739"/>
                  <a:pt x="1939" y="1242"/>
                </a:cubicBezTo>
                <a:cubicBezTo>
                  <a:pt x="1821" y="1746"/>
                  <a:pt x="1319" y="2058"/>
                  <a:pt x="815" y="1940"/>
                </a:cubicBezTo>
                <a:cubicBezTo>
                  <a:pt x="312" y="1822"/>
                  <a:pt x="0" y="1319"/>
                  <a:pt x="117" y="816"/>
                </a:cubicBezTo>
                <a:cubicBezTo>
                  <a:pt x="235" y="312"/>
                  <a:pt x="739" y="1"/>
                  <a:pt x="1242" y="118"/>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2" name="Google Shape;492;p57"/>
          <p:cNvGrpSpPr/>
          <p:nvPr/>
        </p:nvGrpSpPr>
        <p:grpSpPr>
          <a:xfrm>
            <a:off x="8719814" y="775486"/>
            <a:ext cx="315323" cy="376981"/>
            <a:chOff x="8719814" y="775486"/>
            <a:chExt cx="315323" cy="376981"/>
          </a:xfrm>
        </p:grpSpPr>
        <p:sp>
          <p:nvSpPr>
            <p:cNvPr id="493" name="Google Shape;493;p57"/>
            <p:cNvSpPr/>
            <p:nvPr/>
          </p:nvSpPr>
          <p:spPr>
            <a:xfrm>
              <a:off x="8719814" y="775486"/>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57"/>
            <p:cNvSpPr/>
            <p:nvPr/>
          </p:nvSpPr>
          <p:spPr>
            <a:xfrm>
              <a:off x="8739593" y="897177"/>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57"/>
            <p:cNvSpPr/>
            <p:nvPr/>
          </p:nvSpPr>
          <p:spPr>
            <a:xfrm>
              <a:off x="8719814" y="775486"/>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57"/>
          <p:cNvSpPr/>
          <p:nvPr/>
        </p:nvSpPr>
        <p:spPr>
          <a:xfrm>
            <a:off x="8604787" y="3352696"/>
            <a:ext cx="221829" cy="240887"/>
          </a:xfrm>
          <a:custGeom>
            <a:avLst/>
            <a:gdLst/>
            <a:ahLst/>
            <a:cxnLst/>
            <a:rect l="l" t="t" r="r" b="b"/>
            <a:pathLst>
              <a:path w="5820" h="6320" extrusionOk="0">
                <a:moveTo>
                  <a:pt x="0" y="5570"/>
                </a:moveTo>
                <a:lnTo>
                  <a:pt x="4982" y="0"/>
                </a:lnTo>
                <a:lnTo>
                  <a:pt x="5820" y="749"/>
                </a:lnTo>
                <a:lnTo>
                  <a:pt x="838" y="6319"/>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7"/>
          <p:cNvSpPr/>
          <p:nvPr/>
        </p:nvSpPr>
        <p:spPr>
          <a:xfrm>
            <a:off x="8657309" y="3399691"/>
            <a:ext cx="221867" cy="240887"/>
          </a:xfrm>
          <a:custGeom>
            <a:avLst/>
            <a:gdLst/>
            <a:ahLst/>
            <a:cxnLst/>
            <a:rect l="l" t="t" r="r" b="b"/>
            <a:pathLst>
              <a:path w="5821" h="6320" extrusionOk="0">
                <a:moveTo>
                  <a:pt x="1" y="5571"/>
                </a:moveTo>
                <a:lnTo>
                  <a:pt x="4984" y="1"/>
                </a:lnTo>
                <a:lnTo>
                  <a:pt x="5820" y="750"/>
                </a:lnTo>
                <a:lnTo>
                  <a:pt x="838" y="632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7"/>
          <p:cNvSpPr/>
          <p:nvPr/>
        </p:nvSpPr>
        <p:spPr>
          <a:xfrm>
            <a:off x="199284" y="2250253"/>
            <a:ext cx="208877" cy="208877"/>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4" name="Google Shape;504;p58"/>
          <p:cNvSpPr txBox="1">
            <a:spLocks noGrp="1"/>
          </p:cNvSpPr>
          <p:nvPr>
            <p:ph type="subTitle" idx="1"/>
          </p:nvPr>
        </p:nvSpPr>
        <p:spPr>
          <a:xfrm>
            <a:off x="899160" y="51435"/>
            <a:ext cx="9021445" cy="4873625"/>
          </a:xfrm>
          <a:prstGeom prst="rect">
            <a:avLst/>
          </a:prstGeom>
        </p:spPr>
        <p:txBody>
          <a:bodyPr spcFirstLastPara="1" wrap="square" lIns="91425" tIns="91425" rIns="91425" bIns="91425" anchor="ctr" anchorCtr="0">
            <a:noAutofit/>
          </a:bodyPr>
          <a:lstStyle/>
          <a:p>
            <a:pPr marL="1371600" lvl="2" indent="457200" algn="l" rtl="0">
              <a:spcBef>
                <a:spcPts val="0"/>
              </a:spcBef>
              <a:spcAft>
                <a:spcPts val="0"/>
              </a:spcAft>
              <a:buNone/>
            </a:pPr>
            <a:r>
              <a:rPr lang="en-GB" sz="2800" b="1">
                <a:latin typeface="Times New Roman" panose="02020603050405020304" charset="0"/>
                <a:cs typeface="Times New Roman" panose="02020603050405020304" charset="0"/>
              </a:rPr>
              <a:t>Key Drivers of Change</a:t>
            </a:r>
          </a:p>
          <a:p>
            <a:pPr marL="1371600" lvl="2" indent="457200" algn="l" rtl="0">
              <a:spcBef>
                <a:spcPts val="0"/>
              </a:spcBef>
              <a:spcAft>
                <a:spcPts val="0"/>
              </a:spcAft>
              <a:buNone/>
            </a:pPr>
            <a:endParaRPr lang="en-GB" sz="2800" b="1">
              <a:latin typeface="Times New Roman" panose="02020603050405020304" charset="0"/>
              <a:cs typeface="Times New Roman" panose="02020603050405020304" charset="0"/>
            </a:endParaRPr>
          </a:p>
          <a:p>
            <a:pPr marL="0" lvl="0" indent="0" algn="l" rtl="0">
              <a:spcBef>
                <a:spcPts val="0"/>
              </a:spcBef>
              <a:spcAft>
                <a:spcPts val="0"/>
              </a:spcAft>
              <a:buNone/>
            </a:pPr>
            <a:r>
              <a:rPr lang="en-US" altLang="en-GB" sz="2400">
                <a:latin typeface="Times New Roman" panose="02020603050405020304" charset="0"/>
                <a:cs typeface="Times New Roman" panose="02020603050405020304" charset="0"/>
              </a:rPr>
              <a:t>1. </a:t>
            </a:r>
            <a:r>
              <a:rPr lang="en-GB" sz="2400">
                <a:latin typeface="Times New Roman" panose="02020603050405020304" charset="0"/>
                <a:cs typeface="Times New Roman" panose="02020603050405020304" charset="0"/>
              </a:rPr>
              <a:t>Technological Advancements</a:t>
            </a:r>
          </a:p>
          <a:p>
            <a:pPr marL="0" lvl="0" indent="457200" algn="l" rtl="0">
              <a:spcBef>
                <a:spcPts val="0"/>
              </a:spcBef>
              <a:spcAft>
                <a:spcPts val="0"/>
              </a:spcAft>
              <a:buFont typeface="Arial" panose="020B0604020202020204" pitchFamily="34" charset="0"/>
            </a:pPr>
            <a:r>
              <a:rPr lang="en-GB" sz="2400">
                <a:latin typeface="Times New Roman" panose="02020603050405020304" charset="0"/>
                <a:cs typeface="Times New Roman" panose="02020603050405020304" charset="0"/>
              </a:rPr>
              <a:t>AI, Blockchain, Quantum Computing.</a:t>
            </a:r>
            <a:r>
              <a:rPr lang="en-US" altLang="en-GB" sz="2400">
                <a:latin typeface="Times New Roman" panose="02020603050405020304" charset="0"/>
                <a:cs typeface="Times New Roman" panose="02020603050405020304" charset="0"/>
              </a:rPr>
              <a:t> </a:t>
            </a:r>
          </a:p>
          <a:p>
            <a:pPr marL="0" lvl="0" indent="0" algn="l" rtl="0">
              <a:spcBef>
                <a:spcPts val="0"/>
              </a:spcBef>
              <a:spcAft>
                <a:spcPts val="0"/>
              </a:spcAft>
              <a:buFont typeface="Arial" panose="020B0604020202020204" pitchFamily="34" charset="0"/>
            </a:pPr>
            <a:r>
              <a:rPr lang="en-US" altLang="en-GB" sz="2400">
                <a:latin typeface="Times New Roman" panose="02020603050405020304" charset="0"/>
                <a:cs typeface="Times New Roman" panose="02020603050405020304" charset="0"/>
              </a:rPr>
              <a:t>2. </a:t>
            </a:r>
            <a:r>
              <a:rPr lang="en-GB" sz="2400">
                <a:latin typeface="Times New Roman" panose="02020603050405020304" charset="0"/>
                <a:cs typeface="Times New Roman" panose="02020603050405020304" charset="0"/>
              </a:rPr>
              <a:t>Environmental Challenges</a:t>
            </a:r>
            <a:r>
              <a:rPr lang="en-US" altLang="en-GB" sz="2400">
                <a:latin typeface="Times New Roman" panose="02020603050405020304" charset="0"/>
                <a:cs typeface="Times New Roman" panose="02020603050405020304" charset="0"/>
              </a:rPr>
              <a:t>	</a:t>
            </a:r>
          </a:p>
          <a:p>
            <a:pPr marL="0" lvl="0" indent="457200" algn="l" rtl="0">
              <a:spcBef>
                <a:spcPts val="0"/>
              </a:spcBef>
              <a:spcAft>
                <a:spcPts val="0"/>
              </a:spcAft>
              <a:buFont typeface="Arial" panose="020B0604020202020204" pitchFamily="34" charset="0"/>
            </a:pPr>
            <a:r>
              <a:rPr lang="en-GB" sz="2400">
                <a:latin typeface="Times New Roman" panose="02020603050405020304" charset="0"/>
                <a:cs typeface="Times New Roman" panose="02020603050405020304" charset="0"/>
              </a:rPr>
              <a:t>Climate change, renewable energy.</a:t>
            </a:r>
          </a:p>
          <a:p>
            <a:pPr marL="0" lvl="0" indent="0" algn="l" rtl="0">
              <a:spcBef>
                <a:spcPts val="0"/>
              </a:spcBef>
              <a:spcAft>
                <a:spcPts val="0"/>
              </a:spcAft>
              <a:buFont typeface="Arial" panose="020B0604020202020204" pitchFamily="34" charset="0"/>
            </a:pPr>
            <a:r>
              <a:rPr lang="en-US" altLang="en-GB" sz="2400">
                <a:latin typeface="Times New Roman" panose="02020603050405020304" charset="0"/>
                <a:cs typeface="Times New Roman" panose="02020603050405020304" charset="0"/>
              </a:rPr>
              <a:t>3. </a:t>
            </a:r>
            <a:r>
              <a:rPr lang="en-GB" sz="2400">
                <a:latin typeface="Times New Roman" panose="02020603050405020304" charset="0"/>
                <a:cs typeface="Times New Roman" panose="02020603050405020304" charset="0"/>
              </a:rPr>
              <a:t>Social Shifts</a:t>
            </a:r>
          </a:p>
          <a:p>
            <a:pPr marL="0" lvl="0" indent="457200" algn="l" rtl="0">
              <a:spcBef>
                <a:spcPts val="0"/>
              </a:spcBef>
              <a:spcAft>
                <a:spcPts val="0"/>
              </a:spcAft>
              <a:buFont typeface="Arial" panose="020B0604020202020204" pitchFamily="34" charset="0"/>
            </a:pPr>
            <a:r>
              <a:rPr lang="en-GB" sz="2400">
                <a:latin typeface="Times New Roman" panose="02020603050405020304" charset="0"/>
                <a:cs typeface="Times New Roman" panose="02020603050405020304" charset="0"/>
              </a:rPr>
              <a:t>Remote work, digital lifestyles.</a:t>
            </a:r>
          </a:p>
        </p:txBody>
      </p:sp>
      <p:cxnSp>
        <p:nvCxnSpPr>
          <p:cNvPr id="505" name="Google Shape;505;p58"/>
          <p:cNvCxnSpPr/>
          <p:nvPr/>
        </p:nvCxnSpPr>
        <p:spPr>
          <a:xfrm>
            <a:off x="724850" y="4282860"/>
            <a:ext cx="7695300" cy="0"/>
          </a:xfrm>
          <a:prstGeom prst="straightConnector1">
            <a:avLst/>
          </a:prstGeom>
          <a:noFill/>
          <a:ln w="19050" cap="flat" cmpd="sng">
            <a:solidFill>
              <a:schemeClr val="lt2"/>
            </a:solidFill>
            <a:prstDash val="solid"/>
            <a:round/>
            <a:headEnd type="none" w="med" len="med"/>
            <a:tailEnd type="none" w="med" len="med"/>
          </a:ln>
        </p:spPr>
      </p:cxnSp>
      <p:grpSp>
        <p:nvGrpSpPr>
          <p:cNvPr id="506" name="Google Shape;506;p58"/>
          <p:cNvGrpSpPr/>
          <p:nvPr/>
        </p:nvGrpSpPr>
        <p:grpSpPr>
          <a:xfrm>
            <a:off x="2278112" y="4283121"/>
            <a:ext cx="274389" cy="287882"/>
            <a:chOff x="2430512" y="3978321"/>
            <a:chExt cx="274389" cy="287882"/>
          </a:xfrm>
        </p:grpSpPr>
        <p:sp>
          <p:nvSpPr>
            <p:cNvPr id="507" name="Google Shape;507;p58"/>
            <p:cNvSpPr/>
            <p:nvPr/>
          </p:nvSpPr>
          <p:spPr>
            <a:xfrm>
              <a:off x="2430512" y="3978321"/>
              <a:ext cx="221829" cy="240887"/>
            </a:xfrm>
            <a:custGeom>
              <a:avLst/>
              <a:gdLst/>
              <a:ahLst/>
              <a:cxnLst/>
              <a:rect l="l" t="t" r="r" b="b"/>
              <a:pathLst>
                <a:path w="5820" h="6320" extrusionOk="0">
                  <a:moveTo>
                    <a:pt x="0" y="5570"/>
                  </a:moveTo>
                  <a:lnTo>
                    <a:pt x="4982" y="0"/>
                  </a:lnTo>
                  <a:lnTo>
                    <a:pt x="5820" y="749"/>
                  </a:lnTo>
                  <a:lnTo>
                    <a:pt x="838" y="6319"/>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8"/>
            <p:cNvSpPr/>
            <p:nvPr/>
          </p:nvSpPr>
          <p:spPr>
            <a:xfrm>
              <a:off x="2483034" y="4025316"/>
              <a:ext cx="221867" cy="240887"/>
            </a:xfrm>
            <a:custGeom>
              <a:avLst/>
              <a:gdLst/>
              <a:ahLst/>
              <a:cxnLst/>
              <a:rect l="l" t="t" r="r" b="b"/>
              <a:pathLst>
                <a:path w="5821" h="6320" extrusionOk="0">
                  <a:moveTo>
                    <a:pt x="1" y="5571"/>
                  </a:moveTo>
                  <a:lnTo>
                    <a:pt x="4984" y="1"/>
                  </a:lnTo>
                  <a:lnTo>
                    <a:pt x="5820" y="750"/>
                  </a:lnTo>
                  <a:lnTo>
                    <a:pt x="838" y="632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9" name="Google Shape;509;p58"/>
          <p:cNvSpPr/>
          <p:nvPr/>
        </p:nvSpPr>
        <p:spPr>
          <a:xfrm>
            <a:off x="6178268" y="696363"/>
            <a:ext cx="218018" cy="218018"/>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58"/>
          <p:cNvSpPr/>
          <p:nvPr/>
        </p:nvSpPr>
        <p:spPr>
          <a:xfrm>
            <a:off x="2090388" y="4415235"/>
            <a:ext cx="78441" cy="78441"/>
          </a:xfrm>
          <a:custGeom>
            <a:avLst/>
            <a:gdLst/>
            <a:ahLst/>
            <a:cxnLst/>
            <a:rect l="l" t="t" r="r" b="b"/>
            <a:pathLst>
              <a:path w="2058" h="2058" extrusionOk="0">
                <a:moveTo>
                  <a:pt x="1242" y="118"/>
                </a:moveTo>
                <a:cubicBezTo>
                  <a:pt x="1744" y="236"/>
                  <a:pt x="2057" y="739"/>
                  <a:pt x="1939" y="1242"/>
                </a:cubicBezTo>
                <a:cubicBezTo>
                  <a:pt x="1821" y="1746"/>
                  <a:pt x="1319" y="2058"/>
                  <a:pt x="815" y="1940"/>
                </a:cubicBezTo>
                <a:cubicBezTo>
                  <a:pt x="312" y="1822"/>
                  <a:pt x="0" y="1319"/>
                  <a:pt x="117" y="816"/>
                </a:cubicBezTo>
                <a:cubicBezTo>
                  <a:pt x="235" y="312"/>
                  <a:pt x="739" y="1"/>
                  <a:pt x="1242" y="118"/>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1" name="Google Shape;511;p58"/>
          <p:cNvGrpSpPr/>
          <p:nvPr/>
        </p:nvGrpSpPr>
        <p:grpSpPr>
          <a:xfrm>
            <a:off x="7828911" y="3949468"/>
            <a:ext cx="470512" cy="545615"/>
            <a:chOff x="6030486" y="487493"/>
            <a:chExt cx="470512" cy="545615"/>
          </a:xfrm>
        </p:grpSpPr>
        <p:sp>
          <p:nvSpPr>
            <p:cNvPr id="512" name="Google Shape;512;p58"/>
            <p:cNvSpPr/>
            <p:nvPr/>
          </p:nvSpPr>
          <p:spPr>
            <a:xfrm>
              <a:off x="6297437" y="4874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8"/>
            <p:cNvSpPr/>
            <p:nvPr/>
          </p:nvSpPr>
          <p:spPr>
            <a:xfrm>
              <a:off x="6030486" y="4874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8"/>
            <p:cNvSpPr/>
            <p:nvPr/>
          </p:nvSpPr>
          <p:spPr>
            <a:xfrm>
              <a:off x="6030486" y="8596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5" name="Google Shape;515;p58"/>
          <p:cNvSpPr/>
          <p:nvPr/>
        </p:nvSpPr>
        <p:spPr>
          <a:xfrm>
            <a:off x="1635671" y="4117840"/>
            <a:ext cx="208877" cy="208877"/>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8"/>
          <p:cNvSpPr/>
          <p:nvPr/>
        </p:nvSpPr>
        <p:spPr>
          <a:xfrm>
            <a:off x="6396269" y="908704"/>
            <a:ext cx="124383" cy="124383"/>
          </a:xfrm>
          <a:custGeom>
            <a:avLst/>
            <a:gdLst/>
            <a:ahLst/>
            <a:cxnLst/>
            <a:rect l="l" t="t" r="r" b="b"/>
            <a:pathLst>
              <a:path w="3377" h="3377" extrusionOk="0">
                <a:moveTo>
                  <a:pt x="1753" y="1"/>
                </a:moveTo>
                <a:cubicBezTo>
                  <a:pt x="1096" y="1"/>
                  <a:pt x="504" y="397"/>
                  <a:pt x="253" y="1004"/>
                </a:cubicBezTo>
                <a:cubicBezTo>
                  <a:pt x="1" y="1611"/>
                  <a:pt x="140" y="2309"/>
                  <a:pt x="605" y="2774"/>
                </a:cubicBezTo>
                <a:cubicBezTo>
                  <a:pt x="1069" y="3238"/>
                  <a:pt x="1767" y="3377"/>
                  <a:pt x="2375" y="3126"/>
                </a:cubicBezTo>
                <a:cubicBezTo>
                  <a:pt x="2981" y="2874"/>
                  <a:pt x="3377" y="2281"/>
                  <a:pt x="3377" y="1626"/>
                </a:cubicBezTo>
                <a:cubicBezTo>
                  <a:pt x="3377" y="728"/>
                  <a:pt x="2650" y="1"/>
                  <a:pt x="1753" y="1"/>
                </a:cubicBezTo>
                <a:close/>
                <a:moveTo>
                  <a:pt x="1753" y="1953"/>
                </a:moveTo>
                <a:cubicBezTo>
                  <a:pt x="1460" y="1953"/>
                  <a:pt x="1314" y="1600"/>
                  <a:pt x="1521" y="1393"/>
                </a:cubicBezTo>
                <a:cubicBezTo>
                  <a:pt x="1728" y="1186"/>
                  <a:pt x="2081" y="1332"/>
                  <a:pt x="2081" y="1626"/>
                </a:cubicBezTo>
                <a:cubicBezTo>
                  <a:pt x="2081" y="1806"/>
                  <a:pt x="1934" y="1953"/>
                  <a:pt x="1753" y="1953"/>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7" name="Google Shape;517;p58"/>
          <p:cNvGrpSpPr/>
          <p:nvPr/>
        </p:nvGrpSpPr>
        <p:grpSpPr>
          <a:xfrm>
            <a:off x="1005530" y="559132"/>
            <a:ext cx="355937" cy="425611"/>
            <a:chOff x="4040314" y="1769061"/>
            <a:chExt cx="315323" cy="376981"/>
          </a:xfrm>
        </p:grpSpPr>
        <p:sp>
          <p:nvSpPr>
            <p:cNvPr id="518" name="Google Shape;518;p58"/>
            <p:cNvSpPr/>
            <p:nvPr/>
          </p:nvSpPr>
          <p:spPr>
            <a:xfrm>
              <a:off x="4040314" y="1769061"/>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8"/>
            <p:cNvSpPr/>
            <p:nvPr/>
          </p:nvSpPr>
          <p:spPr>
            <a:xfrm>
              <a:off x="4060093" y="1890752"/>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8"/>
            <p:cNvSpPr/>
            <p:nvPr/>
          </p:nvSpPr>
          <p:spPr>
            <a:xfrm>
              <a:off x="4040314" y="1769061"/>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79000">
              <a:schemeClr val="lt1"/>
            </a:gs>
            <a:gs pos="100000">
              <a:schemeClr val="accent6"/>
            </a:gs>
          </a:gsLst>
          <a:lin ang="8100019" scaled="0"/>
        </a:gradFill>
        <a:effectLst/>
      </p:bgPr>
    </p:bg>
    <p:spTree>
      <p:nvGrpSpPr>
        <p:cNvPr id="1" name="Shape 548"/>
        <p:cNvGrpSpPr/>
        <p:nvPr/>
      </p:nvGrpSpPr>
      <p:grpSpPr>
        <a:xfrm>
          <a:off x="0" y="0"/>
          <a:ext cx="0" cy="0"/>
          <a:chOff x="0" y="0"/>
          <a:chExt cx="0" cy="0"/>
        </a:xfrm>
      </p:grpSpPr>
      <p:sp>
        <p:nvSpPr>
          <p:cNvPr id="549" name="Google Shape;549;p60"/>
          <p:cNvSpPr txBox="1">
            <a:spLocks noGrp="1"/>
          </p:cNvSpPr>
          <p:nvPr>
            <p:ph type="title"/>
          </p:nvPr>
        </p:nvSpPr>
        <p:spPr>
          <a:xfrm>
            <a:off x="1835846" y="1590725"/>
            <a:ext cx="2594700" cy="55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atin typeface="Times New Roman" panose="02020603050405020304" charset="0"/>
                <a:cs typeface="Times New Roman" panose="02020603050405020304" charset="0"/>
                <a:sym typeface="+mn-ea"/>
              </a:rPr>
              <a:t>AI and AUTOMATION</a:t>
            </a:r>
            <a:endParaRPr lang="en-GB"/>
          </a:p>
        </p:txBody>
      </p:sp>
      <p:sp>
        <p:nvSpPr>
          <p:cNvPr id="550" name="Google Shape;550;p60"/>
          <p:cNvSpPr txBox="1">
            <a:spLocks noGrp="1"/>
          </p:cNvSpPr>
          <p:nvPr>
            <p:ph type="title" idx="2"/>
          </p:nvPr>
        </p:nvSpPr>
        <p:spPr>
          <a:xfrm>
            <a:off x="892278" y="1599275"/>
            <a:ext cx="817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01</a:t>
            </a:r>
          </a:p>
        </p:txBody>
      </p:sp>
      <p:sp>
        <p:nvSpPr>
          <p:cNvPr id="551" name="Google Shape;551;p60"/>
          <p:cNvSpPr txBox="1">
            <a:spLocks noGrp="1"/>
          </p:cNvSpPr>
          <p:nvPr>
            <p:ph type="subTitle" idx="1"/>
          </p:nvPr>
        </p:nvSpPr>
        <p:spPr>
          <a:xfrm>
            <a:off x="1835833" y="2253110"/>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atin typeface="Times New Roman" panose="02020603050405020304" charset="0"/>
                <a:cs typeface="Times New Roman" panose="02020603050405020304" charset="0"/>
                <a:sym typeface="+mn-ea"/>
              </a:rPr>
              <a:t>Transforming industries with efficiency.</a:t>
            </a:r>
            <a:endParaRPr lang="en-GB"/>
          </a:p>
        </p:txBody>
      </p:sp>
      <p:sp>
        <p:nvSpPr>
          <p:cNvPr id="552" name="Google Shape;552;p60"/>
          <p:cNvSpPr txBox="1">
            <a:spLocks noGrp="1"/>
          </p:cNvSpPr>
          <p:nvPr>
            <p:ph type="title" idx="3"/>
          </p:nvPr>
        </p:nvSpPr>
        <p:spPr>
          <a:xfrm>
            <a:off x="1760916" y="3372696"/>
            <a:ext cx="2336400" cy="55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METAVERSE and XR</a:t>
            </a:r>
          </a:p>
        </p:txBody>
      </p:sp>
      <p:sp>
        <p:nvSpPr>
          <p:cNvPr id="553" name="Google Shape;553;p60"/>
          <p:cNvSpPr txBox="1">
            <a:spLocks noGrp="1"/>
          </p:cNvSpPr>
          <p:nvPr>
            <p:ph type="title" idx="4"/>
          </p:nvPr>
        </p:nvSpPr>
        <p:spPr>
          <a:xfrm>
            <a:off x="892278" y="3404550"/>
            <a:ext cx="817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02</a:t>
            </a:r>
          </a:p>
        </p:txBody>
      </p:sp>
      <p:sp>
        <p:nvSpPr>
          <p:cNvPr id="554" name="Google Shape;554;p60"/>
          <p:cNvSpPr txBox="1">
            <a:spLocks noGrp="1"/>
          </p:cNvSpPr>
          <p:nvPr>
            <p:ph type="subTitle" idx="5"/>
          </p:nvPr>
        </p:nvSpPr>
        <p:spPr>
          <a:xfrm>
            <a:off x="1760903" y="4059470"/>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Creating immersive experiences.</a:t>
            </a:r>
          </a:p>
        </p:txBody>
      </p:sp>
      <p:sp>
        <p:nvSpPr>
          <p:cNvPr id="555" name="Google Shape;555;p60"/>
          <p:cNvSpPr txBox="1">
            <a:spLocks noGrp="1"/>
          </p:cNvSpPr>
          <p:nvPr>
            <p:ph type="title" idx="6"/>
          </p:nvPr>
        </p:nvSpPr>
        <p:spPr>
          <a:xfrm>
            <a:off x="5570855" y="1567180"/>
            <a:ext cx="2774315" cy="54991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SUSTAINABILITY</a:t>
            </a:r>
          </a:p>
        </p:txBody>
      </p:sp>
      <p:sp>
        <p:nvSpPr>
          <p:cNvPr id="556" name="Google Shape;556;p60"/>
          <p:cNvSpPr txBox="1">
            <a:spLocks noGrp="1"/>
          </p:cNvSpPr>
          <p:nvPr>
            <p:ph type="title" idx="7"/>
          </p:nvPr>
        </p:nvSpPr>
        <p:spPr>
          <a:xfrm>
            <a:off x="4697103" y="1590375"/>
            <a:ext cx="817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03</a:t>
            </a:r>
          </a:p>
        </p:txBody>
      </p:sp>
      <p:sp>
        <p:nvSpPr>
          <p:cNvPr id="557" name="Google Shape;557;p60"/>
          <p:cNvSpPr txBox="1">
            <a:spLocks noGrp="1"/>
          </p:cNvSpPr>
          <p:nvPr>
            <p:ph type="subTitle" idx="8"/>
          </p:nvPr>
        </p:nvSpPr>
        <p:spPr>
          <a:xfrm>
            <a:off x="5570903" y="2139435"/>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Green technologies and eco-friendly practices.</a:t>
            </a:r>
          </a:p>
        </p:txBody>
      </p:sp>
      <p:sp>
        <p:nvSpPr>
          <p:cNvPr id="558" name="Google Shape;558;p60"/>
          <p:cNvSpPr txBox="1">
            <a:spLocks noGrp="1"/>
          </p:cNvSpPr>
          <p:nvPr>
            <p:ph type="title" idx="9"/>
          </p:nvPr>
        </p:nvSpPr>
        <p:spPr>
          <a:xfrm>
            <a:off x="5570922" y="3372696"/>
            <a:ext cx="2680800" cy="55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PERSONALIZED MEDICINE</a:t>
            </a:r>
          </a:p>
        </p:txBody>
      </p:sp>
      <p:sp>
        <p:nvSpPr>
          <p:cNvPr id="559" name="Google Shape;559;p60"/>
          <p:cNvSpPr txBox="1">
            <a:spLocks noGrp="1"/>
          </p:cNvSpPr>
          <p:nvPr>
            <p:ph type="title" idx="13"/>
          </p:nvPr>
        </p:nvSpPr>
        <p:spPr>
          <a:xfrm>
            <a:off x="4697103" y="3379775"/>
            <a:ext cx="817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04</a:t>
            </a:r>
          </a:p>
        </p:txBody>
      </p:sp>
      <p:sp>
        <p:nvSpPr>
          <p:cNvPr id="560" name="Google Shape;560;p60"/>
          <p:cNvSpPr txBox="1">
            <a:spLocks noGrp="1"/>
          </p:cNvSpPr>
          <p:nvPr>
            <p:ph type="subTitle" idx="14"/>
          </p:nvPr>
        </p:nvSpPr>
        <p:spPr>
          <a:xfrm>
            <a:off x="5570903" y="4059470"/>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Data-driven healthcare advancements.</a:t>
            </a:r>
          </a:p>
        </p:txBody>
      </p:sp>
      <p:sp>
        <p:nvSpPr>
          <p:cNvPr id="561" name="Google Shape;561;p60"/>
          <p:cNvSpPr txBox="1">
            <a:spLocks noGrp="1"/>
          </p:cNvSpPr>
          <p:nvPr>
            <p:ph type="title" idx="15"/>
          </p:nvPr>
        </p:nvSpPr>
        <p:spPr>
          <a:xfrm>
            <a:off x="720000" y="532925"/>
            <a:ext cx="7704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latin typeface="Times New Roman" panose="02020603050405020304" charset="0"/>
                <a:cs typeface="Times New Roman" panose="02020603050405020304" charset="0"/>
              </a:rPr>
              <a:t>NOTABLE EMERGING TRENDS</a:t>
            </a:r>
          </a:p>
        </p:txBody>
      </p:sp>
      <p:cxnSp>
        <p:nvCxnSpPr>
          <p:cNvPr id="562" name="Google Shape;562;p60"/>
          <p:cNvCxnSpPr/>
          <p:nvPr/>
        </p:nvCxnSpPr>
        <p:spPr>
          <a:xfrm>
            <a:off x="1709491" y="1565225"/>
            <a:ext cx="0" cy="1152000"/>
          </a:xfrm>
          <a:prstGeom prst="straightConnector1">
            <a:avLst/>
          </a:prstGeom>
          <a:noFill/>
          <a:ln w="19050" cap="flat" cmpd="sng">
            <a:solidFill>
              <a:schemeClr val="lt2"/>
            </a:solidFill>
            <a:prstDash val="solid"/>
            <a:round/>
            <a:headEnd type="none" w="med" len="med"/>
            <a:tailEnd type="none" w="med" len="med"/>
          </a:ln>
        </p:spPr>
      </p:cxnSp>
      <p:cxnSp>
        <p:nvCxnSpPr>
          <p:cNvPr id="563" name="Google Shape;563;p60"/>
          <p:cNvCxnSpPr/>
          <p:nvPr/>
        </p:nvCxnSpPr>
        <p:spPr>
          <a:xfrm>
            <a:off x="5525891" y="1565225"/>
            <a:ext cx="0" cy="1152000"/>
          </a:xfrm>
          <a:prstGeom prst="straightConnector1">
            <a:avLst/>
          </a:prstGeom>
          <a:noFill/>
          <a:ln w="19050" cap="flat" cmpd="sng">
            <a:solidFill>
              <a:schemeClr val="lt2"/>
            </a:solidFill>
            <a:prstDash val="solid"/>
            <a:round/>
            <a:headEnd type="none" w="med" len="med"/>
            <a:tailEnd type="none" w="med" len="med"/>
          </a:ln>
        </p:spPr>
      </p:cxnSp>
      <p:cxnSp>
        <p:nvCxnSpPr>
          <p:cNvPr id="564" name="Google Shape;564;p60"/>
          <p:cNvCxnSpPr/>
          <p:nvPr/>
        </p:nvCxnSpPr>
        <p:spPr>
          <a:xfrm>
            <a:off x="1706066" y="3346425"/>
            <a:ext cx="0" cy="1152000"/>
          </a:xfrm>
          <a:prstGeom prst="straightConnector1">
            <a:avLst/>
          </a:prstGeom>
          <a:noFill/>
          <a:ln w="19050" cap="flat" cmpd="sng">
            <a:solidFill>
              <a:schemeClr val="lt2"/>
            </a:solidFill>
            <a:prstDash val="solid"/>
            <a:round/>
            <a:headEnd type="none" w="med" len="med"/>
            <a:tailEnd type="none" w="med" len="med"/>
          </a:ln>
        </p:spPr>
      </p:cxnSp>
      <p:cxnSp>
        <p:nvCxnSpPr>
          <p:cNvPr id="565" name="Google Shape;565;p60"/>
          <p:cNvCxnSpPr/>
          <p:nvPr/>
        </p:nvCxnSpPr>
        <p:spPr>
          <a:xfrm>
            <a:off x="5524266" y="3346425"/>
            <a:ext cx="0" cy="1152000"/>
          </a:xfrm>
          <a:prstGeom prst="straightConnector1">
            <a:avLst/>
          </a:prstGeom>
          <a:noFill/>
          <a:ln w="19050" cap="flat" cmpd="sng">
            <a:solidFill>
              <a:schemeClr val="lt2"/>
            </a:solidFill>
            <a:prstDash val="solid"/>
            <a:round/>
            <a:headEnd type="none" w="med" len="med"/>
            <a:tailEnd type="none" w="med" len="med"/>
          </a:ln>
        </p:spPr>
      </p:cxnSp>
      <p:grpSp>
        <p:nvGrpSpPr>
          <p:cNvPr id="566" name="Google Shape;566;p60"/>
          <p:cNvGrpSpPr/>
          <p:nvPr/>
        </p:nvGrpSpPr>
        <p:grpSpPr>
          <a:xfrm>
            <a:off x="8345706" y="3882964"/>
            <a:ext cx="166385" cy="701016"/>
            <a:chOff x="8668080" y="2328029"/>
            <a:chExt cx="127488" cy="537136"/>
          </a:xfrm>
        </p:grpSpPr>
        <p:sp>
          <p:nvSpPr>
            <p:cNvPr id="567" name="Google Shape;567;p60"/>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60"/>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60"/>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60"/>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60"/>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60"/>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60"/>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60"/>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60"/>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60"/>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60"/>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60"/>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60"/>
          <p:cNvGrpSpPr/>
          <p:nvPr/>
        </p:nvGrpSpPr>
        <p:grpSpPr>
          <a:xfrm>
            <a:off x="631906" y="532914"/>
            <a:ext cx="166385" cy="701016"/>
            <a:chOff x="8668080" y="2328029"/>
            <a:chExt cx="127488" cy="537136"/>
          </a:xfrm>
        </p:grpSpPr>
        <p:sp>
          <p:nvSpPr>
            <p:cNvPr id="580" name="Google Shape;580;p60"/>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60"/>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60"/>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60"/>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60"/>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60"/>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60"/>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60"/>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60"/>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60"/>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60"/>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60"/>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 name="Google Shape;592;p60"/>
          <p:cNvGrpSpPr/>
          <p:nvPr/>
        </p:nvGrpSpPr>
        <p:grpSpPr>
          <a:xfrm flipH="1">
            <a:off x="327786" y="4335693"/>
            <a:ext cx="470512" cy="545615"/>
            <a:chOff x="6030486" y="487493"/>
            <a:chExt cx="470512" cy="545615"/>
          </a:xfrm>
        </p:grpSpPr>
        <p:sp>
          <p:nvSpPr>
            <p:cNvPr id="593" name="Google Shape;593;p60"/>
            <p:cNvSpPr/>
            <p:nvPr/>
          </p:nvSpPr>
          <p:spPr>
            <a:xfrm>
              <a:off x="6297437" y="4874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60"/>
            <p:cNvSpPr/>
            <p:nvPr/>
          </p:nvSpPr>
          <p:spPr>
            <a:xfrm>
              <a:off x="6030486" y="4874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60"/>
            <p:cNvSpPr/>
            <p:nvPr/>
          </p:nvSpPr>
          <p:spPr>
            <a:xfrm>
              <a:off x="6030486" y="8596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6" name="Google Shape;596;p60"/>
          <p:cNvSpPr/>
          <p:nvPr/>
        </p:nvSpPr>
        <p:spPr>
          <a:xfrm>
            <a:off x="8345703" y="534996"/>
            <a:ext cx="376044" cy="376044"/>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60"/>
          <p:cNvSpPr/>
          <p:nvPr/>
        </p:nvSpPr>
        <p:spPr>
          <a:xfrm>
            <a:off x="441272" y="4109427"/>
            <a:ext cx="123080" cy="123080"/>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60"/>
          <p:cNvSpPr/>
          <p:nvPr/>
        </p:nvSpPr>
        <p:spPr>
          <a:xfrm>
            <a:off x="8512112" y="1017721"/>
            <a:ext cx="221829" cy="240887"/>
          </a:xfrm>
          <a:custGeom>
            <a:avLst/>
            <a:gdLst/>
            <a:ahLst/>
            <a:cxnLst/>
            <a:rect l="l" t="t" r="r" b="b"/>
            <a:pathLst>
              <a:path w="5820" h="6320" extrusionOk="0">
                <a:moveTo>
                  <a:pt x="0" y="5570"/>
                </a:moveTo>
                <a:lnTo>
                  <a:pt x="4982" y="0"/>
                </a:lnTo>
                <a:lnTo>
                  <a:pt x="5820" y="749"/>
                </a:lnTo>
                <a:lnTo>
                  <a:pt x="838" y="6319"/>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60"/>
          <p:cNvSpPr/>
          <p:nvPr/>
        </p:nvSpPr>
        <p:spPr>
          <a:xfrm>
            <a:off x="8564634" y="1064716"/>
            <a:ext cx="221867" cy="240887"/>
          </a:xfrm>
          <a:custGeom>
            <a:avLst/>
            <a:gdLst/>
            <a:ahLst/>
            <a:cxnLst/>
            <a:rect l="l" t="t" r="r" b="b"/>
            <a:pathLst>
              <a:path w="5821" h="6320" extrusionOk="0">
                <a:moveTo>
                  <a:pt x="1" y="5571"/>
                </a:moveTo>
                <a:lnTo>
                  <a:pt x="4984" y="1"/>
                </a:lnTo>
                <a:lnTo>
                  <a:pt x="5820" y="750"/>
                </a:lnTo>
                <a:lnTo>
                  <a:pt x="838" y="632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 Box 0"/>
          <p:cNvSpPr txBox="1"/>
          <p:nvPr/>
        </p:nvSpPr>
        <p:spPr>
          <a:xfrm>
            <a:off x="7638415" y="2912110"/>
            <a:ext cx="3048000" cy="306705"/>
          </a:xfrm>
          <a:prstGeom prst="rect">
            <a:avLst/>
          </a:prstGeom>
          <a:noFill/>
        </p:spPr>
        <p:txBody>
          <a:bodyPr wrap="square" rtlCol="0">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cxnSp>
        <p:nvCxnSpPr>
          <p:cNvPr id="527" name="Google Shape;527;p59"/>
          <p:cNvCxnSpPr/>
          <p:nvPr/>
        </p:nvCxnSpPr>
        <p:spPr>
          <a:xfrm>
            <a:off x="4140515" y="4342550"/>
            <a:ext cx="4679400" cy="0"/>
          </a:xfrm>
          <a:prstGeom prst="straightConnector1">
            <a:avLst/>
          </a:prstGeom>
          <a:noFill/>
          <a:ln w="19050" cap="flat" cmpd="sng">
            <a:solidFill>
              <a:schemeClr val="lt2"/>
            </a:solidFill>
            <a:prstDash val="solid"/>
            <a:round/>
            <a:headEnd type="none" w="med" len="med"/>
            <a:tailEnd type="none" w="med" len="med"/>
          </a:ln>
        </p:spPr>
      </p:cxnSp>
      <p:sp>
        <p:nvSpPr>
          <p:cNvPr id="528" name="Google Shape;528;p59"/>
          <p:cNvSpPr/>
          <p:nvPr/>
        </p:nvSpPr>
        <p:spPr>
          <a:xfrm>
            <a:off x="7680209" y="827740"/>
            <a:ext cx="477920" cy="477920"/>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9"/>
          <p:cNvSpPr/>
          <p:nvPr/>
        </p:nvSpPr>
        <p:spPr>
          <a:xfrm>
            <a:off x="6333578" y="2053071"/>
            <a:ext cx="658545" cy="658545"/>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9"/>
          <p:cNvSpPr/>
          <p:nvPr/>
        </p:nvSpPr>
        <p:spPr>
          <a:xfrm>
            <a:off x="8158095" y="1293224"/>
            <a:ext cx="272667" cy="272667"/>
          </a:xfrm>
          <a:custGeom>
            <a:avLst/>
            <a:gdLst/>
            <a:ahLst/>
            <a:cxnLst/>
            <a:rect l="l" t="t" r="r" b="b"/>
            <a:pathLst>
              <a:path w="3377" h="3377" extrusionOk="0">
                <a:moveTo>
                  <a:pt x="1753" y="1"/>
                </a:moveTo>
                <a:cubicBezTo>
                  <a:pt x="1096" y="1"/>
                  <a:pt x="504" y="397"/>
                  <a:pt x="253" y="1004"/>
                </a:cubicBezTo>
                <a:cubicBezTo>
                  <a:pt x="1" y="1611"/>
                  <a:pt x="140" y="2309"/>
                  <a:pt x="605" y="2774"/>
                </a:cubicBezTo>
                <a:cubicBezTo>
                  <a:pt x="1069" y="3238"/>
                  <a:pt x="1767" y="3377"/>
                  <a:pt x="2375" y="3126"/>
                </a:cubicBezTo>
                <a:cubicBezTo>
                  <a:pt x="2981" y="2874"/>
                  <a:pt x="3377" y="2281"/>
                  <a:pt x="3377" y="1626"/>
                </a:cubicBezTo>
                <a:cubicBezTo>
                  <a:pt x="3377" y="728"/>
                  <a:pt x="2650" y="1"/>
                  <a:pt x="1753" y="1"/>
                </a:cubicBezTo>
                <a:close/>
                <a:moveTo>
                  <a:pt x="1753" y="1953"/>
                </a:moveTo>
                <a:cubicBezTo>
                  <a:pt x="1460" y="1953"/>
                  <a:pt x="1314" y="1600"/>
                  <a:pt x="1521" y="1393"/>
                </a:cubicBezTo>
                <a:cubicBezTo>
                  <a:pt x="1728" y="1186"/>
                  <a:pt x="2081" y="1332"/>
                  <a:pt x="2081" y="1626"/>
                </a:cubicBezTo>
                <a:cubicBezTo>
                  <a:pt x="2081" y="1806"/>
                  <a:pt x="1934" y="1953"/>
                  <a:pt x="1753" y="1953"/>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 name="Google Shape;531;p59"/>
          <p:cNvGrpSpPr/>
          <p:nvPr/>
        </p:nvGrpSpPr>
        <p:grpSpPr>
          <a:xfrm>
            <a:off x="500670" y="401947"/>
            <a:ext cx="782190" cy="935327"/>
            <a:chOff x="4040314" y="1769061"/>
            <a:chExt cx="315323" cy="376981"/>
          </a:xfrm>
        </p:grpSpPr>
        <p:sp>
          <p:nvSpPr>
            <p:cNvPr id="532" name="Google Shape;532;p59"/>
            <p:cNvSpPr/>
            <p:nvPr/>
          </p:nvSpPr>
          <p:spPr>
            <a:xfrm>
              <a:off x="4040314" y="1769061"/>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9"/>
            <p:cNvSpPr/>
            <p:nvPr/>
          </p:nvSpPr>
          <p:spPr>
            <a:xfrm>
              <a:off x="4060093" y="1890752"/>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9"/>
            <p:cNvSpPr/>
            <p:nvPr/>
          </p:nvSpPr>
          <p:spPr>
            <a:xfrm>
              <a:off x="4040314" y="1769061"/>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59"/>
          <p:cNvGrpSpPr/>
          <p:nvPr/>
        </p:nvGrpSpPr>
        <p:grpSpPr>
          <a:xfrm rot="10623570">
            <a:off x="6655516" y="3027515"/>
            <a:ext cx="1426172" cy="1376854"/>
            <a:chOff x="5611437" y="1091819"/>
            <a:chExt cx="822958" cy="794546"/>
          </a:xfrm>
        </p:grpSpPr>
        <p:sp>
          <p:nvSpPr>
            <p:cNvPr id="536" name="Google Shape;536;p59"/>
            <p:cNvSpPr/>
            <p:nvPr/>
          </p:nvSpPr>
          <p:spPr>
            <a:xfrm>
              <a:off x="5975263" y="1091819"/>
              <a:ext cx="459132" cy="684421"/>
            </a:xfrm>
            <a:custGeom>
              <a:avLst/>
              <a:gdLst/>
              <a:ahLst/>
              <a:cxnLst/>
              <a:rect l="l" t="t" r="r" b="b"/>
              <a:pathLst>
                <a:path w="12507" h="18644" extrusionOk="0">
                  <a:moveTo>
                    <a:pt x="8208" y="18644"/>
                  </a:moveTo>
                  <a:lnTo>
                    <a:pt x="12506" y="8720"/>
                  </a:lnTo>
                  <a:lnTo>
                    <a:pt x="4300" y="1"/>
                  </a:lnTo>
                  <a:lnTo>
                    <a:pt x="1" y="9924"/>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9"/>
            <p:cNvSpPr/>
            <p:nvPr/>
          </p:nvSpPr>
          <p:spPr>
            <a:xfrm>
              <a:off x="5611437" y="1454839"/>
              <a:ext cx="666507" cy="431526"/>
            </a:xfrm>
            <a:custGeom>
              <a:avLst/>
              <a:gdLst/>
              <a:ahLst/>
              <a:cxnLst/>
              <a:rect l="l" t="t" r="r" b="b"/>
              <a:pathLst>
                <a:path w="18156" h="11755" extrusionOk="0">
                  <a:moveTo>
                    <a:pt x="18156" y="8720"/>
                  </a:moveTo>
                  <a:lnTo>
                    <a:pt x="8206" y="11754"/>
                  </a:lnTo>
                  <a:lnTo>
                    <a:pt x="0" y="3035"/>
                  </a:lnTo>
                  <a:lnTo>
                    <a:pt x="9950" y="1"/>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59"/>
            <p:cNvSpPr/>
            <p:nvPr/>
          </p:nvSpPr>
          <p:spPr>
            <a:xfrm>
              <a:off x="5611437" y="1091819"/>
              <a:ext cx="521723" cy="474477"/>
            </a:xfrm>
            <a:custGeom>
              <a:avLst/>
              <a:gdLst/>
              <a:ahLst/>
              <a:cxnLst/>
              <a:rect l="l" t="t" r="r" b="b"/>
              <a:pathLst>
                <a:path w="14212" h="12925" extrusionOk="0">
                  <a:moveTo>
                    <a:pt x="14211" y="1"/>
                  </a:moveTo>
                  <a:lnTo>
                    <a:pt x="4252" y="3250"/>
                  </a:lnTo>
                  <a:lnTo>
                    <a:pt x="0" y="12924"/>
                  </a:lnTo>
                  <a:lnTo>
                    <a:pt x="9950" y="9890"/>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 name="Google Shape;539;p59"/>
          <p:cNvGrpSpPr/>
          <p:nvPr/>
        </p:nvGrpSpPr>
        <p:grpSpPr>
          <a:xfrm>
            <a:off x="8345659" y="2971700"/>
            <a:ext cx="968928" cy="218950"/>
            <a:chOff x="2297800" y="638425"/>
            <a:chExt cx="758100" cy="218950"/>
          </a:xfrm>
        </p:grpSpPr>
        <p:sp>
          <p:nvSpPr>
            <p:cNvPr id="540" name="Google Shape;540;p59"/>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59"/>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59"/>
          <p:cNvGrpSpPr/>
          <p:nvPr/>
        </p:nvGrpSpPr>
        <p:grpSpPr>
          <a:xfrm rot="10800000">
            <a:off x="-158366" y="4201175"/>
            <a:ext cx="968928" cy="218950"/>
            <a:chOff x="2297800" y="638425"/>
            <a:chExt cx="758100" cy="218950"/>
          </a:xfrm>
        </p:grpSpPr>
        <p:sp>
          <p:nvSpPr>
            <p:cNvPr id="543" name="Google Shape;543;p59"/>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9"/>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Box 4"/>
          <p:cNvSpPr txBox="1"/>
          <p:nvPr/>
        </p:nvSpPr>
        <p:spPr>
          <a:xfrm>
            <a:off x="1188085" y="1491615"/>
            <a:ext cx="6034405" cy="2676525"/>
          </a:xfrm>
          <a:prstGeom prst="rect">
            <a:avLst/>
          </a:prstGeom>
          <a:noFill/>
        </p:spPr>
        <p:txBody>
          <a:bodyPr wrap="square" rtlCol="0">
            <a:spAutoFit/>
          </a:bodyPr>
          <a:lstStyle/>
          <a:p>
            <a:pPr marL="457200" lvl="0" indent="-457200" algn="l" rtl="0">
              <a:spcBef>
                <a:spcPts val="0"/>
              </a:spcBef>
              <a:spcAft>
                <a:spcPts val="0"/>
              </a:spcAft>
              <a:buClr>
                <a:srgbClr val="FFFFFF"/>
              </a:buClr>
              <a:buSzPts val="600"/>
              <a:buFont typeface="Wingdings" panose="05000000000000000000" charset="0"/>
              <a:buChar char="Ø"/>
            </a:pPr>
            <a:r>
              <a:rPr lang="en-US" sz="2800">
                <a:solidFill>
                  <a:schemeClr val="tx2"/>
                </a:solidFill>
                <a:latin typeface="Times New Roman" panose="02020603050405020304" charset="0"/>
                <a:cs typeface="Times New Roman" panose="02020603050405020304" charset="0"/>
                <a:sym typeface="Lato"/>
              </a:rPr>
              <a:t>Advancement in Quantum Computing</a:t>
            </a:r>
            <a:endParaRPr lang="en-US" sz="2800">
              <a:solidFill>
                <a:schemeClr val="tx2"/>
              </a:solidFill>
              <a:latin typeface="Times New Roman" panose="02020603050405020304" charset="0"/>
              <a:ea typeface="Lato"/>
              <a:cs typeface="Times New Roman" panose="02020603050405020304" charset="0"/>
              <a:sym typeface="Lato"/>
            </a:endParaRPr>
          </a:p>
          <a:p>
            <a:pPr marL="457200" lvl="0" indent="-457200" algn="l" rtl="0">
              <a:spcBef>
                <a:spcPts val="0"/>
              </a:spcBef>
              <a:spcAft>
                <a:spcPts val="0"/>
              </a:spcAft>
              <a:buClr>
                <a:srgbClr val="FFFFFF"/>
              </a:buClr>
              <a:buSzPts val="600"/>
              <a:buFont typeface="Wingdings" panose="05000000000000000000" charset="0"/>
              <a:buChar char="Ø"/>
            </a:pPr>
            <a:r>
              <a:rPr lang="en-US" sz="2800">
                <a:solidFill>
                  <a:schemeClr val="tx2"/>
                </a:solidFill>
                <a:latin typeface="Times New Roman" panose="02020603050405020304" charset="0"/>
                <a:cs typeface="Times New Roman" panose="02020603050405020304" charset="0"/>
                <a:sym typeface="Lato"/>
              </a:rPr>
              <a:t>Expansion of Internet of Things</a:t>
            </a:r>
            <a:endParaRPr lang="en-US" sz="2800">
              <a:solidFill>
                <a:schemeClr val="tx2"/>
              </a:solidFill>
              <a:latin typeface="Times New Roman" panose="02020603050405020304" charset="0"/>
              <a:ea typeface="Lato"/>
              <a:cs typeface="Times New Roman" panose="02020603050405020304" charset="0"/>
              <a:sym typeface="Lato"/>
            </a:endParaRPr>
          </a:p>
          <a:p>
            <a:pPr marL="457200" lvl="0" indent="-457200" algn="l" rtl="0">
              <a:spcBef>
                <a:spcPts val="0"/>
              </a:spcBef>
              <a:spcAft>
                <a:spcPts val="0"/>
              </a:spcAft>
              <a:buClr>
                <a:srgbClr val="FFFFFF"/>
              </a:buClr>
              <a:buSzPts val="600"/>
              <a:buFont typeface="Wingdings" panose="05000000000000000000" charset="0"/>
              <a:buChar char="Ø"/>
            </a:pPr>
            <a:r>
              <a:rPr lang="en-US" sz="2800">
                <a:solidFill>
                  <a:schemeClr val="tx2"/>
                </a:solidFill>
                <a:latin typeface="Times New Roman" panose="02020603050405020304" charset="0"/>
                <a:cs typeface="Times New Roman" panose="02020603050405020304" charset="0"/>
                <a:sym typeface="Lato"/>
              </a:rPr>
              <a:t>Growth of Virtual and Augmented Reality</a:t>
            </a:r>
            <a:endParaRPr lang="en-US" sz="2800">
              <a:solidFill>
                <a:schemeClr val="tx2"/>
              </a:solidFill>
              <a:latin typeface="Times New Roman" panose="02020603050405020304" charset="0"/>
              <a:ea typeface="Lato"/>
              <a:cs typeface="Times New Roman" panose="02020603050405020304" charset="0"/>
              <a:sym typeface="Lato"/>
            </a:endParaRPr>
          </a:p>
          <a:p>
            <a:pPr marL="457200" lvl="0" indent="-457200" algn="l" rtl="0">
              <a:spcBef>
                <a:spcPts val="0"/>
              </a:spcBef>
              <a:spcAft>
                <a:spcPts val="0"/>
              </a:spcAft>
              <a:buClr>
                <a:srgbClr val="FFFFFF"/>
              </a:buClr>
              <a:buSzPts val="600"/>
              <a:buFont typeface="Wingdings" panose="05000000000000000000" charset="0"/>
              <a:buChar char="Ø"/>
            </a:pPr>
            <a:r>
              <a:rPr lang="en-US" sz="2800">
                <a:solidFill>
                  <a:schemeClr val="tx2"/>
                </a:solidFill>
                <a:latin typeface="Times New Roman" panose="02020603050405020304" charset="0"/>
                <a:cs typeface="Times New Roman" panose="02020603050405020304" charset="0"/>
                <a:sym typeface="Lato"/>
              </a:rPr>
              <a:t>Evolution of 5G and beyond</a:t>
            </a:r>
          </a:p>
        </p:txBody>
      </p:sp>
      <p:sp>
        <p:nvSpPr>
          <p:cNvPr id="6" name="Text Box 5"/>
          <p:cNvSpPr txBox="1"/>
          <p:nvPr/>
        </p:nvSpPr>
        <p:spPr>
          <a:xfrm>
            <a:off x="2195830" y="627380"/>
            <a:ext cx="4769485" cy="521970"/>
          </a:xfrm>
          <a:prstGeom prst="rect">
            <a:avLst/>
          </a:prstGeom>
          <a:noFill/>
        </p:spPr>
        <p:txBody>
          <a:bodyPr wrap="square" rtlCol="0">
            <a:spAutoFit/>
          </a:bodyPr>
          <a:lstStyle/>
          <a:p>
            <a:r>
              <a:rPr lang="en-US" sz="2800" b="1">
                <a:solidFill>
                  <a:schemeClr val="tx2"/>
                </a:solidFill>
                <a:latin typeface="Times New Roman" panose="02020603050405020304" charset="0"/>
                <a:cs typeface="Times New Roman" panose="02020603050405020304" charset="0"/>
              </a:rPr>
              <a:t>FUTURE DIRECTIONS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7"/>
                                        </p:tgtEl>
                                        <p:attrNameLst>
                                          <p:attrName>style.visibility</p:attrName>
                                        </p:attrNameLst>
                                      </p:cBhvr>
                                      <p:to>
                                        <p:strVal val="visible"/>
                                      </p:to>
                                    </p:set>
                                    <p:animEffect transition="in" filter="fade">
                                      <p:cBhvr>
                                        <p:cTn id="7" dur="1000"/>
                                        <p:tgtEl>
                                          <p:spTgt spid="527"/>
                                        </p:tgtEl>
                                      </p:cBhvr>
                                    </p:animEffect>
                                  </p:childTnLst>
                                </p:cTn>
                              </p:par>
                              <p:par>
                                <p:cTn id="8" presetID="10" presetClass="entr" presetSubtype="0" fill="hold" nodeType="withEffect">
                                  <p:stCondLst>
                                    <p:cond delay="0"/>
                                  </p:stCondLst>
                                  <p:childTnLst>
                                    <p:set>
                                      <p:cBhvr>
                                        <p:cTn id="9" dur="1" fill="hold">
                                          <p:stCondLst>
                                            <p:cond delay="0"/>
                                          </p:stCondLst>
                                        </p:cTn>
                                        <p:tgtEl>
                                          <p:spTgt spid="539"/>
                                        </p:tgtEl>
                                        <p:attrNameLst>
                                          <p:attrName>style.visibility</p:attrName>
                                        </p:attrNameLst>
                                      </p:cBhvr>
                                      <p:to>
                                        <p:strVal val="visible"/>
                                      </p:to>
                                    </p:set>
                                    <p:animEffect transition="in" filter="fade">
                                      <p:cBhvr>
                                        <p:cTn id="10" dur="500"/>
                                        <p:tgtEl>
                                          <p:spTgt spid="539"/>
                                        </p:tgtEl>
                                      </p:cBhvr>
                                    </p:animEffect>
                                  </p:childTnLst>
                                </p:cTn>
                              </p:par>
                              <p:par>
                                <p:cTn id="11" presetID="10" presetClass="entr" presetSubtype="0" fill="hold" nodeType="withEffect">
                                  <p:stCondLst>
                                    <p:cond delay="0"/>
                                  </p:stCondLst>
                                  <p:childTnLst>
                                    <p:set>
                                      <p:cBhvr>
                                        <p:cTn id="12" dur="1" fill="hold">
                                          <p:stCondLst>
                                            <p:cond delay="0"/>
                                          </p:stCondLst>
                                        </p:cTn>
                                        <p:tgtEl>
                                          <p:spTgt spid="542"/>
                                        </p:tgtEl>
                                        <p:attrNameLst>
                                          <p:attrName>style.visibility</p:attrName>
                                        </p:attrNameLst>
                                      </p:cBhvr>
                                      <p:to>
                                        <p:strVal val="visible"/>
                                      </p:to>
                                    </p:set>
                                    <p:animEffect transition="in" filter="fade">
                                      <p:cBhvr>
                                        <p:cTn id="13" dur="600"/>
                                        <p:tgtEl>
                                          <p:spTgt spid="542"/>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528"/>
                                        </p:tgtEl>
                                        <p:attrNameLst>
                                          <p:attrName>style.visibility</p:attrName>
                                        </p:attrNameLst>
                                      </p:cBhvr>
                                      <p:to>
                                        <p:strVal val="visible"/>
                                      </p:to>
                                    </p:set>
                                    <p:animEffect transition="in" filter="fade">
                                      <p:cBhvr>
                                        <p:cTn id="17" dur="500"/>
                                        <p:tgtEl>
                                          <p:spTgt spid="528"/>
                                        </p:tgtEl>
                                      </p:cBhvr>
                                    </p:animEffect>
                                  </p:childTnLst>
                                </p:cTn>
                              </p:par>
                              <p:par>
                                <p:cTn id="18" presetID="10" presetClass="entr" presetSubtype="0" fill="hold" nodeType="withEffect">
                                  <p:stCondLst>
                                    <p:cond delay="0"/>
                                  </p:stCondLst>
                                  <p:childTnLst>
                                    <p:set>
                                      <p:cBhvr>
                                        <p:cTn id="19" dur="1" fill="hold">
                                          <p:stCondLst>
                                            <p:cond delay="0"/>
                                          </p:stCondLst>
                                        </p:cTn>
                                        <p:tgtEl>
                                          <p:spTgt spid="529"/>
                                        </p:tgtEl>
                                        <p:attrNameLst>
                                          <p:attrName>style.visibility</p:attrName>
                                        </p:attrNameLst>
                                      </p:cBhvr>
                                      <p:to>
                                        <p:strVal val="visible"/>
                                      </p:to>
                                    </p:set>
                                    <p:animEffect transition="in" filter="fade">
                                      <p:cBhvr>
                                        <p:cTn id="20" dur="700"/>
                                        <p:tgtEl>
                                          <p:spTgt spid="529"/>
                                        </p:tgtEl>
                                      </p:cBhvr>
                                    </p:animEffect>
                                  </p:childTnLst>
                                </p:cTn>
                              </p:par>
                              <p:par>
                                <p:cTn id="21" presetID="10" presetClass="entr" presetSubtype="0" fill="hold" nodeType="withEffect">
                                  <p:stCondLst>
                                    <p:cond delay="0"/>
                                  </p:stCondLst>
                                  <p:childTnLst>
                                    <p:set>
                                      <p:cBhvr>
                                        <p:cTn id="22" dur="1" fill="hold">
                                          <p:stCondLst>
                                            <p:cond delay="0"/>
                                          </p:stCondLst>
                                        </p:cTn>
                                        <p:tgtEl>
                                          <p:spTgt spid="530"/>
                                        </p:tgtEl>
                                        <p:attrNameLst>
                                          <p:attrName>style.visibility</p:attrName>
                                        </p:attrNameLst>
                                      </p:cBhvr>
                                      <p:to>
                                        <p:strVal val="visible"/>
                                      </p:to>
                                    </p:set>
                                    <p:animEffect transition="in" filter="fade">
                                      <p:cBhvr>
                                        <p:cTn id="23" dur="600"/>
                                        <p:tgtEl>
                                          <p:spTgt spid="530"/>
                                        </p:tgtEl>
                                      </p:cBhvr>
                                    </p:animEffect>
                                  </p:childTnLst>
                                </p:cTn>
                              </p:par>
                              <p:par>
                                <p:cTn id="24" presetID="10" presetClass="entr" presetSubtype="0" fill="hold" nodeType="withEffect">
                                  <p:stCondLst>
                                    <p:cond delay="0"/>
                                  </p:stCondLst>
                                  <p:childTnLst>
                                    <p:set>
                                      <p:cBhvr>
                                        <p:cTn id="25" dur="1" fill="hold">
                                          <p:stCondLst>
                                            <p:cond delay="0"/>
                                          </p:stCondLst>
                                        </p:cTn>
                                        <p:tgtEl>
                                          <p:spTgt spid="535"/>
                                        </p:tgtEl>
                                        <p:attrNameLst>
                                          <p:attrName>style.visibility</p:attrName>
                                        </p:attrNameLst>
                                      </p:cBhvr>
                                      <p:to>
                                        <p:strVal val="visible"/>
                                      </p:to>
                                    </p:set>
                                    <p:animEffect transition="in" filter="fade">
                                      <p:cBhvr>
                                        <p:cTn id="26" dur="600"/>
                                        <p:tgtEl>
                                          <p:spTgt spid="535"/>
                                        </p:tgtEl>
                                      </p:cBhvr>
                                    </p:animEffect>
                                  </p:childTnLst>
                                </p:cTn>
                              </p:par>
                              <p:par>
                                <p:cTn id="27" presetID="10" presetClass="entr" presetSubtype="0" fill="hold" nodeType="withEffect">
                                  <p:stCondLst>
                                    <p:cond delay="0"/>
                                  </p:stCondLst>
                                  <p:childTnLst>
                                    <p:set>
                                      <p:cBhvr>
                                        <p:cTn id="28" dur="1" fill="hold">
                                          <p:stCondLst>
                                            <p:cond delay="0"/>
                                          </p:stCondLst>
                                        </p:cTn>
                                        <p:tgtEl>
                                          <p:spTgt spid="531"/>
                                        </p:tgtEl>
                                        <p:attrNameLst>
                                          <p:attrName>style.visibility</p:attrName>
                                        </p:attrNameLst>
                                      </p:cBhvr>
                                      <p:to>
                                        <p:strVal val="visible"/>
                                      </p:to>
                                    </p:set>
                                    <p:animEffect transition="in" filter="fade">
                                      <p:cBhvr>
                                        <p:cTn id="29" dur="500"/>
                                        <p:tgtEl>
                                          <p:spTgt spid="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91000">
              <a:schemeClr val="lt1"/>
            </a:gs>
            <a:gs pos="100000">
              <a:schemeClr val="accent6"/>
            </a:gs>
          </a:gsLst>
          <a:lin ang="8100019" scaled="0"/>
        </a:gradFill>
        <a:effectLst/>
      </p:bgPr>
    </p:bg>
    <p:spTree>
      <p:nvGrpSpPr>
        <p:cNvPr id="1" name="Shape 603"/>
        <p:cNvGrpSpPr/>
        <p:nvPr/>
      </p:nvGrpSpPr>
      <p:grpSpPr>
        <a:xfrm>
          <a:off x="0" y="0"/>
          <a:ext cx="0" cy="0"/>
          <a:chOff x="0" y="0"/>
          <a:chExt cx="0" cy="0"/>
        </a:xfrm>
      </p:grpSpPr>
      <p:sp>
        <p:nvSpPr>
          <p:cNvPr id="604" name="Google Shape;604;p61"/>
          <p:cNvSpPr txBox="1">
            <a:spLocks noGrp="1"/>
          </p:cNvSpPr>
          <p:nvPr>
            <p:ph type="title"/>
          </p:nvPr>
        </p:nvSpPr>
        <p:spPr>
          <a:xfrm>
            <a:off x="2437975" y="1491400"/>
            <a:ext cx="2510400" cy="72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ETHICAL DILLEMAS</a:t>
            </a:r>
          </a:p>
        </p:txBody>
      </p:sp>
      <p:sp>
        <p:nvSpPr>
          <p:cNvPr id="605" name="Google Shape;605;p61"/>
          <p:cNvSpPr txBox="1">
            <a:spLocks noGrp="1"/>
          </p:cNvSpPr>
          <p:nvPr>
            <p:ph type="title" idx="3"/>
          </p:nvPr>
        </p:nvSpPr>
        <p:spPr>
          <a:xfrm>
            <a:off x="2437975" y="2583425"/>
            <a:ext cx="2514600" cy="72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INFRASTRUC-</a:t>
            </a:r>
            <a:br>
              <a:rPr lang="en-US" altLang="en-GB">
                <a:latin typeface="Times New Roman" panose="02020603050405020304" charset="0"/>
                <a:cs typeface="Times New Roman" panose="02020603050405020304" charset="0"/>
              </a:rPr>
            </a:br>
            <a:r>
              <a:rPr lang="en-US" altLang="en-GB">
                <a:latin typeface="Times New Roman" panose="02020603050405020304" charset="0"/>
                <a:cs typeface="Times New Roman" panose="02020603050405020304" charset="0"/>
              </a:rPr>
              <a:t>TURE NEEDS</a:t>
            </a:r>
          </a:p>
        </p:txBody>
      </p:sp>
      <p:sp>
        <p:nvSpPr>
          <p:cNvPr id="606" name="Google Shape;606;p61"/>
          <p:cNvSpPr txBox="1">
            <a:spLocks noGrp="1"/>
          </p:cNvSpPr>
          <p:nvPr>
            <p:ph type="title" idx="6"/>
          </p:nvPr>
        </p:nvSpPr>
        <p:spPr>
          <a:xfrm>
            <a:off x="2437975" y="3675300"/>
            <a:ext cx="2514600" cy="72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REGULATORY GAPS</a:t>
            </a:r>
          </a:p>
        </p:txBody>
      </p:sp>
      <p:sp>
        <p:nvSpPr>
          <p:cNvPr id="607" name="Google Shape;607;p61"/>
          <p:cNvSpPr/>
          <p:nvPr/>
        </p:nvSpPr>
        <p:spPr>
          <a:xfrm>
            <a:off x="1539653" y="1502675"/>
            <a:ext cx="720900" cy="720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sp>
        <p:nvSpPr>
          <p:cNvPr id="608" name="Google Shape;608;p61"/>
          <p:cNvSpPr/>
          <p:nvPr/>
        </p:nvSpPr>
        <p:spPr>
          <a:xfrm>
            <a:off x="1539653" y="3675300"/>
            <a:ext cx="720900" cy="720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sp>
        <p:nvSpPr>
          <p:cNvPr id="609" name="Google Shape;609;p61"/>
          <p:cNvSpPr/>
          <p:nvPr/>
        </p:nvSpPr>
        <p:spPr>
          <a:xfrm>
            <a:off x="1539653" y="2588975"/>
            <a:ext cx="720900" cy="720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sp>
        <p:nvSpPr>
          <p:cNvPr id="610" name="Google Shape;610;p61"/>
          <p:cNvSpPr txBox="1">
            <a:spLocks noGrp="1"/>
          </p:cNvSpPr>
          <p:nvPr>
            <p:ph type="title" idx="2"/>
          </p:nvPr>
        </p:nvSpPr>
        <p:spPr>
          <a:xfrm>
            <a:off x="1491503" y="1599275"/>
            <a:ext cx="817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Times New Roman" panose="02020603050405020304" charset="0"/>
                <a:cs typeface="Times New Roman" panose="02020603050405020304" charset="0"/>
              </a:rPr>
              <a:t>01</a:t>
            </a:r>
          </a:p>
        </p:txBody>
      </p:sp>
      <p:sp>
        <p:nvSpPr>
          <p:cNvPr id="611" name="Google Shape;611;p61"/>
          <p:cNvSpPr txBox="1">
            <a:spLocks noGrp="1"/>
          </p:cNvSpPr>
          <p:nvPr>
            <p:ph type="subTitle" idx="1"/>
          </p:nvPr>
        </p:nvSpPr>
        <p:spPr>
          <a:xfrm>
            <a:off x="5084091" y="1599275"/>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AI bias, data privacy concerns</a:t>
            </a:r>
          </a:p>
        </p:txBody>
      </p:sp>
      <p:sp>
        <p:nvSpPr>
          <p:cNvPr id="612" name="Google Shape;612;p61"/>
          <p:cNvSpPr txBox="1">
            <a:spLocks noGrp="1"/>
          </p:cNvSpPr>
          <p:nvPr>
            <p:ph type="title" idx="4"/>
          </p:nvPr>
        </p:nvSpPr>
        <p:spPr>
          <a:xfrm>
            <a:off x="1491503" y="2685563"/>
            <a:ext cx="817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Times New Roman" panose="02020603050405020304" charset="0"/>
                <a:cs typeface="Times New Roman" panose="02020603050405020304" charset="0"/>
              </a:rPr>
              <a:t>02</a:t>
            </a:r>
          </a:p>
        </p:txBody>
      </p:sp>
      <p:sp>
        <p:nvSpPr>
          <p:cNvPr id="613" name="Google Shape;613;p61"/>
          <p:cNvSpPr txBox="1">
            <a:spLocks noGrp="1"/>
          </p:cNvSpPr>
          <p:nvPr>
            <p:ph type="subTitle" idx="5"/>
          </p:nvPr>
        </p:nvSpPr>
        <p:spPr>
          <a:xfrm>
            <a:off x="5084091" y="2701382"/>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Broadband access, digital divide.</a:t>
            </a:r>
          </a:p>
        </p:txBody>
      </p:sp>
      <p:sp>
        <p:nvSpPr>
          <p:cNvPr id="614" name="Google Shape;614;p61"/>
          <p:cNvSpPr txBox="1">
            <a:spLocks noGrp="1"/>
          </p:cNvSpPr>
          <p:nvPr>
            <p:ph type="title" idx="7"/>
          </p:nvPr>
        </p:nvSpPr>
        <p:spPr>
          <a:xfrm>
            <a:off x="1491503" y="3783550"/>
            <a:ext cx="817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Times New Roman" panose="02020603050405020304" charset="0"/>
                <a:cs typeface="Times New Roman" panose="02020603050405020304" charset="0"/>
              </a:rPr>
              <a:t>03</a:t>
            </a:r>
          </a:p>
        </p:txBody>
      </p:sp>
      <p:sp>
        <p:nvSpPr>
          <p:cNvPr id="615" name="Google Shape;615;p61"/>
          <p:cNvSpPr txBox="1">
            <a:spLocks noGrp="1"/>
          </p:cNvSpPr>
          <p:nvPr>
            <p:ph type="subTitle" idx="8"/>
          </p:nvPr>
        </p:nvSpPr>
        <p:spPr>
          <a:xfrm>
            <a:off x="5084091" y="3786125"/>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latin typeface="Times New Roman" panose="02020603050405020304" charset="0"/>
                <a:cs typeface="Times New Roman" panose="02020603050405020304" charset="0"/>
              </a:rPr>
              <a:t>Lack of clear guidelines for new technology</a:t>
            </a:r>
          </a:p>
        </p:txBody>
      </p:sp>
      <p:sp>
        <p:nvSpPr>
          <p:cNvPr id="616" name="Google Shape;616;p61"/>
          <p:cNvSpPr txBox="1">
            <a:spLocks noGrp="1"/>
          </p:cNvSpPr>
          <p:nvPr>
            <p:ph type="title" idx="9"/>
          </p:nvPr>
        </p:nvSpPr>
        <p:spPr>
          <a:xfrm>
            <a:off x="720000" y="604680"/>
            <a:ext cx="7704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latin typeface="Times New Roman" panose="02020603050405020304" charset="0"/>
                <a:cs typeface="Times New Roman" panose="02020603050405020304" charset="0"/>
              </a:rPr>
              <a:t>CHALLENGES</a:t>
            </a:r>
          </a:p>
        </p:txBody>
      </p:sp>
      <p:cxnSp>
        <p:nvCxnSpPr>
          <p:cNvPr id="617" name="Google Shape;617;p61"/>
          <p:cNvCxnSpPr/>
          <p:nvPr/>
        </p:nvCxnSpPr>
        <p:spPr>
          <a:xfrm>
            <a:off x="4948441" y="1565225"/>
            <a:ext cx="0" cy="590400"/>
          </a:xfrm>
          <a:prstGeom prst="straightConnector1">
            <a:avLst/>
          </a:prstGeom>
          <a:noFill/>
          <a:ln w="19050" cap="flat" cmpd="sng">
            <a:solidFill>
              <a:schemeClr val="lt2"/>
            </a:solidFill>
            <a:prstDash val="solid"/>
            <a:round/>
            <a:headEnd type="none" w="med" len="med"/>
            <a:tailEnd type="none" w="med" len="med"/>
          </a:ln>
        </p:spPr>
      </p:cxnSp>
      <p:cxnSp>
        <p:nvCxnSpPr>
          <p:cNvPr id="618" name="Google Shape;618;p61"/>
          <p:cNvCxnSpPr/>
          <p:nvPr/>
        </p:nvCxnSpPr>
        <p:spPr>
          <a:xfrm>
            <a:off x="4948453" y="3727175"/>
            <a:ext cx="0" cy="602700"/>
          </a:xfrm>
          <a:prstGeom prst="straightConnector1">
            <a:avLst/>
          </a:prstGeom>
          <a:noFill/>
          <a:ln w="19050" cap="flat" cmpd="sng">
            <a:solidFill>
              <a:schemeClr val="lt2"/>
            </a:solidFill>
            <a:prstDash val="solid"/>
            <a:round/>
            <a:headEnd type="none" w="med" len="med"/>
            <a:tailEnd type="none" w="med" len="med"/>
          </a:ln>
        </p:spPr>
      </p:cxnSp>
      <p:cxnSp>
        <p:nvCxnSpPr>
          <p:cNvPr id="619" name="Google Shape;619;p61"/>
          <p:cNvCxnSpPr/>
          <p:nvPr/>
        </p:nvCxnSpPr>
        <p:spPr>
          <a:xfrm>
            <a:off x="4948453" y="2640625"/>
            <a:ext cx="0" cy="606300"/>
          </a:xfrm>
          <a:prstGeom prst="straightConnector1">
            <a:avLst/>
          </a:prstGeom>
          <a:noFill/>
          <a:ln w="19050" cap="flat" cmpd="sng">
            <a:solidFill>
              <a:schemeClr val="lt2"/>
            </a:solidFill>
            <a:prstDash val="solid"/>
            <a:round/>
            <a:headEnd type="none" w="med" len="med"/>
            <a:tailEnd type="none" w="med" len="med"/>
          </a:ln>
        </p:spPr>
      </p:cxnSp>
      <p:grpSp>
        <p:nvGrpSpPr>
          <p:cNvPr id="620" name="Google Shape;620;p61"/>
          <p:cNvGrpSpPr/>
          <p:nvPr/>
        </p:nvGrpSpPr>
        <p:grpSpPr>
          <a:xfrm flipH="1">
            <a:off x="327786" y="756618"/>
            <a:ext cx="470512" cy="545615"/>
            <a:chOff x="6030486" y="487493"/>
            <a:chExt cx="470512" cy="545615"/>
          </a:xfrm>
        </p:grpSpPr>
        <p:sp>
          <p:nvSpPr>
            <p:cNvPr id="621" name="Google Shape;621;p61"/>
            <p:cNvSpPr/>
            <p:nvPr/>
          </p:nvSpPr>
          <p:spPr>
            <a:xfrm>
              <a:off x="6297437" y="4874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sp>
          <p:nvSpPr>
            <p:cNvPr id="622" name="Google Shape;622;p61"/>
            <p:cNvSpPr/>
            <p:nvPr/>
          </p:nvSpPr>
          <p:spPr>
            <a:xfrm>
              <a:off x="6030486" y="4874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sp>
          <p:nvSpPr>
            <p:cNvPr id="623" name="Google Shape;623;p61"/>
            <p:cNvSpPr/>
            <p:nvPr/>
          </p:nvSpPr>
          <p:spPr>
            <a:xfrm>
              <a:off x="6030486" y="8596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grpSp>
      <p:sp>
        <p:nvSpPr>
          <p:cNvPr id="624" name="Google Shape;624;p61"/>
          <p:cNvSpPr/>
          <p:nvPr/>
        </p:nvSpPr>
        <p:spPr>
          <a:xfrm>
            <a:off x="8424003" y="3028496"/>
            <a:ext cx="376044" cy="376044"/>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sp>
        <p:nvSpPr>
          <p:cNvPr id="625" name="Google Shape;625;p61"/>
          <p:cNvSpPr/>
          <p:nvPr/>
        </p:nvSpPr>
        <p:spPr>
          <a:xfrm>
            <a:off x="441272" y="530352"/>
            <a:ext cx="123080" cy="123080"/>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sp>
        <p:nvSpPr>
          <p:cNvPr id="626" name="Google Shape;626;p61"/>
          <p:cNvSpPr/>
          <p:nvPr/>
        </p:nvSpPr>
        <p:spPr>
          <a:xfrm>
            <a:off x="8237712" y="2801196"/>
            <a:ext cx="221829" cy="240887"/>
          </a:xfrm>
          <a:custGeom>
            <a:avLst/>
            <a:gdLst/>
            <a:ahLst/>
            <a:cxnLst/>
            <a:rect l="l" t="t" r="r" b="b"/>
            <a:pathLst>
              <a:path w="5820" h="6320" extrusionOk="0">
                <a:moveTo>
                  <a:pt x="0" y="5570"/>
                </a:moveTo>
                <a:lnTo>
                  <a:pt x="4982" y="0"/>
                </a:lnTo>
                <a:lnTo>
                  <a:pt x="5820" y="749"/>
                </a:lnTo>
                <a:lnTo>
                  <a:pt x="838" y="6319"/>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sp>
        <p:nvSpPr>
          <p:cNvPr id="627" name="Google Shape;627;p61"/>
          <p:cNvSpPr/>
          <p:nvPr/>
        </p:nvSpPr>
        <p:spPr>
          <a:xfrm>
            <a:off x="8290234" y="2848191"/>
            <a:ext cx="221867" cy="240887"/>
          </a:xfrm>
          <a:custGeom>
            <a:avLst/>
            <a:gdLst/>
            <a:ahLst/>
            <a:cxnLst/>
            <a:rect l="l" t="t" r="r" b="b"/>
            <a:pathLst>
              <a:path w="5821" h="6320" extrusionOk="0">
                <a:moveTo>
                  <a:pt x="1" y="5571"/>
                </a:moveTo>
                <a:lnTo>
                  <a:pt x="4984" y="1"/>
                </a:lnTo>
                <a:lnTo>
                  <a:pt x="5820" y="750"/>
                </a:lnTo>
                <a:lnTo>
                  <a:pt x="838" y="632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cs typeface="Times New Roman" panose="02020603050405020304" charset="0"/>
            </a:endParaRPr>
          </a:p>
        </p:txBody>
      </p:sp>
      <p:grpSp>
        <p:nvGrpSpPr>
          <p:cNvPr id="628" name="Google Shape;628;p61"/>
          <p:cNvGrpSpPr/>
          <p:nvPr/>
        </p:nvGrpSpPr>
        <p:grpSpPr>
          <a:xfrm rot="10800000">
            <a:off x="-84141" y="3995200"/>
            <a:ext cx="968928" cy="218950"/>
            <a:chOff x="2297800" y="638425"/>
            <a:chExt cx="758100" cy="218950"/>
          </a:xfrm>
        </p:grpSpPr>
        <p:sp>
          <p:nvSpPr>
            <p:cNvPr id="629" name="Google Shape;629;p61"/>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61"/>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 name="Google Shape;631;p61"/>
          <p:cNvGrpSpPr/>
          <p:nvPr/>
        </p:nvGrpSpPr>
        <p:grpSpPr>
          <a:xfrm>
            <a:off x="8237709" y="1320300"/>
            <a:ext cx="968928" cy="218950"/>
            <a:chOff x="2297800" y="638425"/>
            <a:chExt cx="758100" cy="218950"/>
          </a:xfrm>
        </p:grpSpPr>
        <p:sp>
          <p:nvSpPr>
            <p:cNvPr id="632" name="Google Shape;632;p61"/>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61"/>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 Box 1"/>
          <p:cNvSpPr txBox="1"/>
          <p:nvPr/>
        </p:nvSpPr>
        <p:spPr>
          <a:xfrm>
            <a:off x="4408805" y="5773420"/>
            <a:ext cx="3048000" cy="306705"/>
          </a:xfrm>
          <a:prstGeom prst="rect">
            <a:avLst/>
          </a:prstGeom>
          <a:noFill/>
        </p:spPr>
        <p:txBody>
          <a:bodyPr wrap="square" rtlCol="0">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07"/>
                                        </p:tgtEl>
                                        <p:attrNameLst>
                                          <p:attrName>style.visibility</p:attrName>
                                        </p:attrNameLst>
                                      </p:cBhvr>
                                      <p:to>
                                        <p:strVal val="visible"/>
                                      </p:to>
                                    </p:set>
                                    <p:animEffect transition="in" filter="fade">
                                      <p:cBhvr>
                                        <p:cTn id="7" dur="1000"/>
                                        <p:tgtEl>
                                          <p:spTgt spid="607"/>
                                        </p:tgtEl>
                                      </p:cBhvr>
                                    </p:animEffect>
                                  </p:childTnLst>
                                </p:cTn>
                              </p:par>
                              <p:par>
                                <p:cTn id="8" presetID="10" presetClass="entr" presetSubtype="0" fill="hold" nodeType="withEffect">
                                  <p:stCondLst>
                                    <p:cond delay="0"/>
                                  </p:stCondLst>
                                  <p:childTnLst>
                                    <p:set>
                                      <p:cBhvr>
                                        <p:cTn id="9" dur="1" fill="hold">
                                          <p:stCondLst>
                                            <p:cond delay="0"/>
                                          </p:stCondLst>
                                        </p:cTn>
                                        <p:tgtEl>
                                          <p:spTgt spid="604"/>
                                        </p:tgtEl>
                                        <p:attrNameLst>
                                          <p:attrName>style.visibility</p:attrName>
                                        </p:attrNameLst>
                                      </p:cBhvr>
                                      <p:to>
                                        <p:strVal val="visible"/>
                                      </p:to>
                                    </p:set>
                                    <p:animEffect transition="in" filter="fade">
                                      <p:cBhvr>
                                        <p:cTn id="10" dur="1000"/>
                                        <p:tgtEl>
                                          <p:spTgt spid="604"/>
                                        </p:tgtEl>
                                      </p:cBhvr>
                                    </p:animEffect>
                                  </p:childTnLst>
                                </p:cTn>
                              </p:par>
                              <p:par>
                                <p:cTn id="11" presetID="10" presetClass="entr" presetSubtype="0" fill="hold" nodeType="withEffect">
                                  <p:stCondLst>
                                    <p:cond delay="0"/>
                                  </p:stCondLst>
                                  <p:childTnLst>
                                    <p:set>
                                      <p:cBhvr>
                                        <p:cTn id="12" dur="1" fill="hold">
                                          <p:stCondLst>
                                            <p:cond delay="0"/>
                                          </p:stCondLst>
                                        </p:cTn>
                                        <p:tgtEl>
                                          <p:spTgt spid="610"/>
                                        </p:tgtEl>
                                        <p:attrNameLst>
                                          <p:attrName>style.visibility</p:attrName>
                                        </p:attrNameLst>
                                      </p:cBhvr>
                                      <p:to>
                                        <p:strVal val="visible"/>
                                      </p:to>
                                    </p:set>
                                    <p:animEffect transition="in" filter="fade">
                                      <p:cBhvr>
                                        <p:cTn id="13" dur="1000"/>
                                        <p:tgtEl>
                                          <p:spTgt spid="610"/>
                                        </p:tgtEl>
                                      </p:cBhvr>
                                    </p:animEffect>
                                  </p:childTnLst>
                                </p:cTn>
                              </p:par>
                              <p:par>
                                <p:cTn id="14" presetID="10" presetClass="entr" presetSubtype="0" fill="hold" nodeType="withEffect">
                                  <p:stCondLst>
                                    <p:cond delay="0"/>
                                  </p:stCondLst>
                                  <p:childTnLst>
                                    <p:set>
                                      <p:cBhvr>
                                        <p:cTn id="15" dur="1" fill="hold">
                                          <p:stCondLst>
                                            <p:cond delay="0"/>
                                          </p:stCondLst>
                                        </p:cTn>
                                        <p:tgtEl>
                                          <p:spTgt spid="611"/>
                                        </p:tgtEl>
                                        <p:attrNameLst>
                                          <p:attrName>style.visibility</p:attrName>
                                        </p:attrNameLst>
                                      </p:cBhvr>
                                      <p:to>
                                        <p:strVal val="visible"/>
                                      </p:to>
                                    </p:set>
                                    <p:animEffect transition="in" filter="fade">
                                      <p:cBhvr>
                                        <p:cTn id="16" dur="1000"/>
                                        <p:tgtEl>
                                          <p:spTgt spid="611"/>
                                        </p:tgtEl>
                                      </p:cBhvr>
                                    </p:animEffect>
                                  </p:childTnLst>
                                </p:cTn>
                              </p:par>
                              <p:par>
                                <p:cTn id="17" presetID="10" presetClass="entr" presetSubtype="0" fill="hold" nodeType="withEffect">
                                  <p:stCondLst>
                                    <p:cond delay="0"/>
                                  </p:stCondLst>
                                  <p:childTnLst>
                                    <p:set>
                                      <p:cBhvr>
                                        <p:cTn id="18" dur="1" fill="hold">
                                          <p:stCondLst>
                                            <p:cond delay="0"/>
                                          </p:stCondLst>
                                        </p:cTn>
                                        <p:tgtEl>
                                          <p:spTgt spid="617"/>
                                        </p:tgtEl>
                                        <p:attrNameLst>
                                          <p:attrName>style.visibility</p:attrName>
                                        </p:attrNameLst>
                                      </p:cBhvr>
                                      <p:to>
                                        <p:strVal val="visible"/>
                                      </p:to>
                                    </p:set>
                                    <p:animEffect transition="in" filter="fade">
                                      <p:cBhvr>
                                        <p:cTn id="19" dur="1000"/>
                                        <p:tgtEl>
                                          <p:spTgt spid="617"/>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609"/>
                                        </p:tgtEl>
                                        <p:attrNameLst>
                                          <p:attrName>style.visibility</p:attrName>
                                        </p:attrNameLst>
                                      </p:cBhvr>
                                      <p:to>
                                        <p:strVal val="visible"/>
                                      </p:to>
                                    </p:set>
                                    <p:animEffect transition="in" filter="fade">
                                      <p:cBhvr>
                                        <p:cTn id="23" dur="1000"/>
                                        <p:tgtEl>
                                          <p:spTgt spid="609"/>
                                        </p:tgtEl>
                                      </p:cBhvr>
                                    </p:animEffect>
                                  </p:childTnLst>
                                </p:cTn>
                              </p:par>
                              <p:par>
                                <p:cTn id="24" presetID="10" presetClass="entr" presetSubtype="0" fill="hold" nodeType="withEffect">
                                  <p:stCondLst>
                                    <p:cond delay="0"/>
                                  </p:stCondLst>
                                  <p:childTnLst>
                                    <p:set>
                                      <p:cBhvr>
                                        <p:cTn id="25" dur="1" fill="hold">
                                          <p:stCondLst>
                                            <p:cond delay="0"/>
                                          </p:stCondLst>
                                        </p:cTn>
                                        <p:tgtEl>
                                          <p:spTgt spid="605"/>
                                        </p:tgtEl>
                                        <p:attrNameLst>
                                          <p:attrName>style.visibility</p:attrName>
                                        </p:attrNameLst>
                                      </p:cBhvr>
                                      <p:to>
                                        <p:strVal val="visible"/>
                                      </p:to>
                                    </p:set>
                                    <p:animEffect transition="in" filter="fade">
                                      <p:cBhvr>
                                        <p:cTn id="26" dur="1000"/>
                                        <p:tgtEl>
                                          <p:spTgt spid="605"/>
                                        </p:tgtEl>
                                      </p:cBhvr>
                                    </p:animEffect>
                                  </p:childTnLst>
                                </p:cTn>
                              </p:par>
                              <p:par>
                                <p:cTn id="27" presetID="10" presetClass="entr" presetSubtype="0" fill="hold" nodeType="withEffect">
                                  <p:stCondLst>
                                    <p:cond delay="0"/>
                                  </p:stCondLst>
                                  <p:childTnLst>
                                    <p:set>
                                      <p:cBhvr>
                                        <p:cTn id="28" dur="1" fill="hold">
                                          <p:stCondLst>
                                            <p:cond delay="0"/>
                                          </p:stCondLst>
                                        </p:cTn>
                                        <p:tgtEl>
                                          <p:spTgt spid="612"/>
                                        </p:tgtEl>
                                        <p:attrNameLst>
                                          <p:attrName>style.visibility</p:attrName>
                                        </p:attrNameLst>
                                      </p:cBhvr>
                                      <p:to>
                                        <p:strVal val="visible"/>
                                      </p:to>
                                    </p:set>
                                    <p:animEffect transition="in" filter="fade">
                                      <p:cBhvr>
                                        <p:cTn id="29" dur="1000"/>
                                        <p:tgtEl>
                                          <p:spTgt spid="612"/>
                                        </p:tgtEl>
                                      </p:cBhvr>
                                    </p:animEffect>
                                  </p:childTnLst>
                                </p:cTn>
                              </p:par>
                              <p:par>
                                <p:cTn id="30" presetID="10" presetClass="entr" presetSubtype="0" fill="hold" nodeType="withEffect">
                                  <p:stCondLst>
                                    <p:cond delay="0"/>
                                  </p:stCondLst>
                                  <p:childTnLst>
                                    <p:set>
                                      <p:cBhvr>
                                        <p:cTn id="31" dur="1" fill="hold">
                                          <p:stCondLst>
                                            <p:cond delay="0"/>
                                          </p:stCondLst>
                                        </p:cTn>
                                        <p:tgtEl>
                                          <p:spTgt spid="613"/>
                                        </p:tgtEl>
                                        <p:attrNameLst>
                                          <p:attrName>style.visibility</p:attrName>
                                        </p:attrNameLst>
                                      </p:cBhvr>
                                      <p:to>
                                        <p:strVal val="visible"/>
                                      </p:to>
                                    </p:set>
                                    <p:animEffect transition="in" filter="fade">
                                      <p:cBhvr>
                                        <p:cTn id="32" dur="1000"/>
                                        <p:tgtEl>
                                          <p:spTgt spid="613"/>
                                        </p:tgtEl>
                                      </p:cBhvr>
                                    </p:animEffect>
                                  </p:childTnLst>
                                </p:cTn>
                              </p:par>
                              <p:par>
                                <p:cTn id="33" presetID="10" presetClass="entr" presetSubtype="0" fill="hold" nodeType="withEffect">
                                  <p:stCondLst>
                                    <p:cond delay="0"/>
                                  </p:stCondLst>
                                  <p:childTnLst>
                                    <p:set>
                                      <p:cBhvr>
                                        <p:cTn id="34" dur="1" fill="hold">
                                          <p:stCondLst>
                                            <p:cond delay="0"/>
                                          </p:stCondLst>
                                        </p:cTn>
                                        <p:tgtEl>
                                          <p:spTgt spid="619"/>
                                        </p:tgtEl>
                                        <p:attrNameLst>
                                          <p:attrName>style.visibility</p:attrName>
                                        </p:attrNameLst>
                                      </p:cBhvr>
                                      <p:to>
                                        <p:strVal val="visible"/>
                                      </p:to>
                                    </p:set>
                                    <p:animEffect transition="in" filter="fade">
                                      <p:cBhvr>
                                        <p:cTn id="35" dur="1000"/>
                                        <p:tgtEl>
                                          <p:spTgt spid="619"/>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608"/>
                                        </p:tgtEl>
                                        <p:attrNameLst>
                                          <p:attrName>style.visibility</p:attrName>
                                        </p:attrNameLst>
                                      </p:cBhvr>
                                      <p:to>
                                        <p:strVal val="visible"/>
                                      </p:to>
                                    </p:set>
                                    <p:animEffect transition="in" filter="fade">
                                      <p:cBhvr>
                                        <p:cTn id="39" dur="1000"/>
                                        <p:tgtEl>
                                          <p:spTgt spid="608"/>
                                        </p:tgtEl>
                                      </p:cBhvr>
                                    </p:animEffect>
                                  </p:childTnLst>
                                </p:cTn>
                              </p:par>
                              <p:par>
                                <p:cTn id="40" presetID="10" presetClass="entr" presetSubtype="0" fill="hold" nodeType="withEffect">
                                  <p:stCondLst>
                                    <p:cond delay="0"/>
                                  </p:stCondLst>
                                  <p:childTnLst>
                                    <p:set>
                                      <p:cBhvr>
                                        <p:cTn id="41" dur="1" fill="hold">
                                          <p:stCondLst>
                                            <p:cond delay="0"/>
                                          </p:stCondLst>
                                        </p:cTn>
                                        <p:tgtEl>
                                          <p:spTgt spid="606"/>
                                        </p:tgtEl>
                                        <p:attrNameLst>
                                          <p:attrName>style.visibility</p:attrName>
                                        </p:attrNameLst>
                                      </p:cBhvr>
                                      <p:to>
                                        <p:strVal val="visible"/>
                                      </p:to>
                                    </p:set>
                                    <p:animEffect transition="in" filter="fade">
                                      <p:cBhvr>
                                        <p:cTn id="42" dur="1000"/>
                                        <p:tgtEl>
                                          <p:spTgt spid="606"/>
                                        </p:tgtEl>
                                      </p:cBhvr>
                                    </p:animEffect>
                                  </p:childTnLst>
                                </p:cTn>
                              </p:par>
                              <p:par>
                                <p:cTn id="43" presetID="10" presetClass="entr" presetSubtype="0" fill="hold" nodeType="withEffect">
                                  <p:stCondLst>
                                    <p:cond delay="0"/>
                                  </p:stCondLst>
                                  <p:childTnLst>
                                    <p:set>
                                      <p:cBhvr>
                                        <p:cTn id="44" dur="1" fill="hold">
                                          <p:stCondLst>
                                            <p:cond delay="0"/>
                                          </p:stCondLst>
                                        </p:cTn>
                                        <p:tgtEl>
                                          <p:spTgt spid="614"/>
                                        </p:tgtEl>
                                        <p:attrNameLst>
                                          <p:attrName>style.visibility</p:attrName>
                                        </p:attrNameLst>
                                      </p:cBhvr>
                                      <p:to>
                                        <p:strVal val="visible"/>
                                      </p:to>
                                    </p:set>
                                    <p:animEffect transition="in" filter="fade">
                                      <p:cBhvr>
                                        <p:cTn id="45" dur="1000"/>
                                        <p:tgtEl>
                                          <p:spTgt spid="614"/>
                                        </p:tgtEl>
                                      </p:cBhvr>
                                    </p:animEffect>
                                  </p:childTnLst>
                                </p:cTn>
                              </p:par>
                              <p:par>
                                <p:cTn id="46" presetID="10" presetClass="entr" presetSubtype="0" fill="hold" nodeType="withEffect">
                                  <p:stCondLst>
                                    <p:cond delay="0"/>
                                  </p:stCondLst>
                                  <p:childTnLst>
                                    <p:set>
                                      <p:cBhvr>
                                        <p:cTn id="47" dur="1" fill="hold">
                                          <p:stCondLst>
                                            <p:cond delay="0"/>
                                          </p:stCondLst>
                                        </p:cTn>
                                        <p:tgtEl>
                                          <p:spTgt spid="615"/>
                                        </p:tgtEl>
                                        <p:attrNameLst>
                                          <p:attrName>style.visibility</p:attrName>
                                        </p:attrNameLst>
                                      </p:cBhvr>
                                      <p:to>
                                        <p:strVal val="visible"/>
                                      </p:to>
                                    </p:set>
                                    <p:animEffect transition="in" filter="fade">
                                      <p:cBhvr>
                                        <p:cTn id="48" dur="1000"/>
                                        <p:tgtEl>
                                          <p:spTgt spid="615"/>
                                        </p:tgtEl>
                                      </p:cBhvr>
                                    </p:animEffect>
                                  </p:childTnLst>
                                </p:cTn>
                              </p:par>
                              <p:par>
                                <p:cTn id="49" presetID="10" presetClass="entr" presetSubtype="0" fill="hold" nodeType="withEffect">
                                  <p:stCondLst>
                                    <p:cond delay="0"/>
                                  </p:stCondLst>
                                  <p:childTnLst>
                                    <p:set>
                                      <p:cBhvr>
                                        <p:cTn id="50" dur="1" fill="hold">
                                          <p:stCondLst>
                                            <p:cond delay="0"/>
                                          </p:stCondLst>
                                        </p:cTn>
                                        <p:tgtEl>
                                          <p:spTgt spid="618"/>
                                        </p:tgtEl>
                                        <p:attrNameLst>
                                          <p:attrName>style.visibility</p:attrName>
                                        </p:attrNameLst>
                                      </p:cBhvr>
                                      <p:to>
                                        <p:strVal val="visible"/>
                                      </p:to>
                                    </p:set>
                                    <p:animEffect transition="in" filter="fade">
                                      <p:cBhvr>
                                        <p:cTn id="51" dur="1000"/>
                                        <p:tgtEl>
                                          <p:spTgt spid="618"/>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620"/>
                                        </p:tgtEl>
                                        <p:attrNameLst>
                                          <p:attrName>style.visibility</p:attrName>
                                        </p:attrNameLst>
                                      </p:cBhvr>
                                      <p:to>
                                        <p:strVal val="visible"/>
                                      </p:to>
                                    </p:set>
                                    <p:animEffect transition="in" filter="fade">
                                      <p:cBhvr>
                                        <p:cTn id="55" dur="400"/>
                                        <p:tgtEl>
                                          <p:spTgt spid="620"/>
                                        </p:tgtEl>
                                      </p:cBhvr>
                                    </p:animEffect>
                                  </p:childTnLst>
                                </p:cTn>
                              </p:par>
                              <p:par>
                                <p:cTn id="56" presetID="10" presetClass="entr" presetSubtype="0" fill="hold" nodeType="withEffect">
                                  <p:stCondLst>
                                    <p:cond delay="0"/>
                                  </p:stCondLst>
                                  <p:childTnLst>
                                    <p:set>
                                      <p:cBhvr>
                                        <p:cTn id="57" dur="1" fill="hold">
                                          <p:stCondLst>
                                            <p:cond delay="0"/>
                                          </p:stCondLst>
                                        </p:cTn>
                                        <p:tgtEl>
                                          <p:spTgt spid="624"/>
                                        </p:tgtEl>
                                        <p:attrNameLst>
                                          <p:attrName>style.visibility</p:attrName>
                                        </p:attrNameLst>
                                      </p:cBhvr>
                                      <p:to>
                                        <p:strVal val="visible"/>
                                      </p:to>
                                    </p:set>
                                    <p:animEffect transition="in" filter="fade">
                                      <p:cBhvr>
                                        <p:cTn id="58" dur="500"/>
                                        <p:tgtEl>
                                          <p:spTgt spid="624"/>
                                        </p:tgtEl>
                                      </p:cBhvr>
                                    </p:animEffect>
                                  </p:childTnLst>
                                </p:cTn>
                              </p:par>
                              <p:par>
                                <p:cTn id="59" presetID="10" presetClass="entr" presetSubtype="0" fill="hold" nodeType="withEffect">
                                  <p:stCondLst>
                                    <p:cond delay="0"/>
                                  </p:stCondLst>
                                  <p:childTnLst>
                                    <p:set>
                                      <p:cBhvr>
                                        <p:cTn id="60" dur="1" fill="hold">
                                          <p:stCondLst>
                                            <p:cond delay="0"/>
                                          </p:stCondLst>
                                        </p:cTn>
                                        <p:tgtEl>
                                          <p:spTgt spid="626"/>
                                        </p:tgtEl>
                                        <p:attrNameLst>
                                          <p:attrName>style.visibility</p:attrName>
                                        </p:attrNameLst>
                                      </p:cBhvr>
                                      <p:to>
                                        <p:strVal val="visible"/>
                                      </p:to>
                                    </p:set>
                                    <p:animEffect transition="in" filter="fade">
                                      <p:cBhvr>
                                        <p:cTn id="61" dur="500"/>
                                        <p:tgtEl>
                                          <p:spTgt spid="626"/>
                                        </p:tgtEl>
                                      </p:cBhvr>
                                    </p:animEffect>
                                  </p:childTnLst>
                                </p:cTn>
                              </p:par>
                              <p:par>
                                <p:cTn id="62" presetID="10" presetClass="entr" presetSubtype="0" fill="hold" nodeType="withEffect">
                                  <p:stCondLst>
                                    <p:cond delay="0"/>
                                  </p:stCondLst>
                                  <p:childTnLst>
                                    <p:set>
                                      <p:cBhvr>
                                        <p:cTn id="63" dur="1" fill="hold">
                                          <p:stCondLst>
                                            <p:cond delay="0"/>
                                          </p:stCondLst>
                                        </p:cTn>
                                        <p:tgtEl>
                                          <p:spTgt spid="627"/>
                                        </p:tgtEl>
                                        <p:attrNameLst>
                                          <p:attrName>style.visibility</p:attrName>
                                        </p:attrNameLst>
                                      </p:cBhvr>
                                      <p:to>
                                        <p:strVal val="visible"/>
                                      </p:to>
                                    </p:set>
                                    <p:animEffect transition="in" filter="fade">
                                      <p:cBhvr>
                                        <p:cTn id="64" dur="400"/>
                                        <p:tgtEl>
                                          <p:spTgt spid="627"/>
                                        </p:tgtEl>
                                      </p:cBhvr>
                                    </p:animEffect>
                                  </p:childTnLst>
                                </p:cTn>
                              </p:par>
                              <p:par>
                                <p:cTn id="65" presetID="10" presetClass="entr" presetSubtype="0" fill="hold" nodeType="withEffect">
                                  <p:stCondLst>
                                    <p:cond delay="0"/>
                                  </p:stCondLst>
                                  <p:childTnLst>
                                    <p:set>
                                      <p:cBhvr>
                                        <p:cTn id="66" dur="1" fill="hold">
                                          <p:stCondLst>
                                            <p:cond delay="0"/>
                                          </p:stCondLst>
                                        </p:cTn>
                                        <p:tgtEl>
                                          <p:spTgt spid="628"/>
                                        </p:tgtEl>
                                        <p:attrNameLst>
                                          <p:attrName>style.visibility</p:attrName>
                                        </p:attrNameLst>
                                      </p:cBhvr>
                                      <p:to>
                                        <p:strVal val="visible"/>
                                      </p:to>
                                    </p:set>
                                    <p:animEffect transition="in" filter="fade">
                                      <p:cBhvr>
                                        <p:cTn id="67" dur="600"/>
                                        <p:tgtEl>
                                          <p:spTgt spid="628"/>
                                        </p:tgtEl>
                                      </p:cBhvr>
                                    </p:animEffect>
                                  </p:childTnLst>
                                </p:cTn>
                              </p:par>
                              <p:par>
                                <p:cTn id="68" presetID="10" presetClass="entr" presetSubtype="0" fill="hold" nodeType="withEffect">
                                  <p:stCondLst>
                                    <p:cond delay="0"/>
                                  </p:stCondLst>
                                  <p:childTnLst>
                                    <p:set>
                                      <p:cBhvr>
                                        <p:cTn id="69" dur="1" fill="hold">
                                          <p:stCondLst>
                                            <p:cond delay="0"/>
                                          </p:stCondLst>
                                        </p:cTn>
                                        <p:tgtEl>
                                          <p:spTgt spid="631"/>
                                        </p:tgtEl>
                                        <p:attrNameLst>
                                          <p:attrName>style.visibility</p:attrName>
                                        </p:attrNameLst>
                                      </p:cBhvr>
                                      <p:to>
                                        <p:strVal val="visible"/>
                                      </p:to>
                                    </p:set>
                                    <p:animEffect transition="in" filter="fade">
                                      <p:cBhvr>
                                        <p:cTn id="70" dur="500"/>
                                        <p:tgtEl>
                                          <p:spTgt spid="631"/>
                                        </p:tgtEl>
                                      </p:cBhvr>
                                    </p:animEffect>
                                  </p:childTnLst>
                                </p:cTn>
                              </p:par>
                              <p:par>
                                <p:cTn id="71" presetID="10" presetClass="entr" presetSubtype="0" fill="hold" nodeType="withEffect">
                                  <p:stCondLst>
                                    <p:cond delay="0"/>
                                  </p:stCondLst>
                                  <p:childTnLst>
                                    <p:set>
                                      <p:cBhvr>
                                        <p:cTn id="72" dur="1" fill="hold">
                                          <p:stCondLst>
                                            <p:cond delay="0"/>
                                          </p:stCondLst>
                                        </p:cTn>
                                        <p:tgtEl>
                                          <p:spTgt spid="625"/>
                                        </p:tgtEl>
                                        <p:attrNameLst>
                                          <p:attrName>style.visibility</p:attrName>
                                        </p:attrNameLst>
                                      </p:cBhvr>
                                      <p:to>
                                        <p:strVal val="visible"/>
                                      </p:to>
                                    </p:set>
                                    <p:animEffect transition="in" filter="fade">
                                      <p:cBhvr>
                                        <p:cTn id="73" dur="500"/>
                                        <p:tgtEl>
                                          <p:spTgt spid="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75"/>
          <p:cNvSpPr txBox="1">
            <a:spLocks noGrp="1"/>
          </p:cNvSpPr>
          <p:nvPr>
            <p:ph type="title"/>
          </p:nvPr>
        </p:nvSpPr>
        <p:spPr>
          <a:xfrm>
            <a:off x="1262100" y="1307100"/>
            <a:ext cx="6619800" cy="2529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latin typeface="Times New Roman" panose="02020603050405020304" charset="0"/>
                <a:cs typeface="Times New Roman" panose="02020603050405020304" charset="0"/>
              </a:rPr>
              <a:t>IOT: </a:t>
            </a:r>
            <a:r>
              <a:rPr lang="en-GB" sz="5400">
                <a:latin typeface="Times New Roman" panose="02020603050405020304" charset="0"/>
                <a:cs typeface="Times New Roman" panose="02020603050405020304" charset="0"/>
              </a:rPr>
              <a:t>INTERNET OF THINGS</a:t>
            </a:r>
            <a:endParaRPr sz="5400">
              <a:latin typeface="Times New Roman" panose="02020603050405020304" charset="0"/>
              <a:cs typeface="Times New Roman" panose="02020603050405020304" charset="0"/>
            </a:endParaRPr>
          </a:p>
        </p:txBody>
      </p:sp>
      <p:grpSp>
        <p:nvGrpSpPr>
          <p:cNvPr id="1402" name="Google Shape;1402;p75"/>
          <p:cNvGrpSpPr/>
          <p:nvPr/>
        </p:nvGrpSpPr>
        <p:grpSpPr>
          <a:xfrm rot="10800000">
            <a:off x="-151416" y="892425"/>
            <a:ext cx="968928" cy="218950"/>
            <a:chOff x="2297800" y="638425"/>
            <a:chExt cx="758100" cy="218950"/>
          </a:xfrm>
        </p:grpSpPr>
        <p:sp>
          <p:nvSpPr>
            <p:cNvPr id="1403" name="Google Shape;1403;p75"/>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75"/>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5" name="Google Shape;1405;p75"/>
          <p:cNvGrpSpPr/>
          <p:nvPr/>
        </p:nvGrpSpPr>
        <p:grpSpPr>
          <a:xfrm>
            <a:off x="8331909" y="4013400"/>
            <a:ext cx="968928" cy="218950"/>
            <a:chOff x="2297800" y="638425"/>
            <a:chExt cx="758100" cy="218950"/>
          </a:xfrm>
        </p:grpSpPr>
        <p:sp>
          <p:nvSpPr>
            <p:cNvPr id="1406" name="Google Shape;1406;p75"/>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75"/>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75"/>
          <p:cNvGrpSpPr/>
          <p:nvPr/>
        </p:nvGrpSpPr>
        <p:grpSpPr>
          <a:xfrm>
            <a:off x="2615108" y="3668116"/>
            <a:ext cx="1576433" cy="940462"/>
            <a:chOff x="996540" y="923919"/>
            <a:chExt cx="1062000" cy="633564"/>
          </a:xfrm>
        </p:grpSpPr>
        <p:sp>
          <p:nvSpPr>
            <p:cNvPr id="1409" name="Google Shape;1409;p75"/>
            <p:cNvSpPr/>
            <p:nvPr/>
          </p:nvSpPr>
          <p:spPr>
            <a:xfrm rot="900436">
              <a:off x="1016614" y="1109088"/>
              <a:ext cx="1021852" cy="289484"/>
            </a:xfrm>
            <a:prstGeom prst="donut">
              <a:avLst>
                <a:gd name="adj" fmla="val 3768"/>
              </a:avLst>
            </a:prstGeom>
            <a:gradFill>
              <a:gsLst>
                <a:gs pos="0">
                  <a:srgbClr val="FFECCD"/>
                </a:gs>
                <a:gs pos="100000">
                  <a:srgbClr val="FAB950"/>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0" name="Google Shape;1410;p75"/>
            <p:cNvGrpSpPr/>
            <p:nvPr/>
          </p:nvGrpSpPr>
          <p:grpSpPr>
            <a:xfrm rot="10623523">
              <a:off x="1215800" y="939529"/>
              <a:ext cx="623884" cy="602344"/>
              <a:chOff x="5611437" y="1091819"/>
              <a:chExt cx="822958" cy="794546"/>
            </a:xfrm>
          </p:grpSpPr>
          <p:sp>
            <p:nvSpPr>
              <p:cNvPr id="1411" name="Google Shape;1411;p75"/>
              <p:cNvSpPr/>
              <p:nvPr/>
            </p:nvSpPr>
            <p:spPr>
              <a:xfrm>
                <a:off x="5975263" y="1091819"/>
                <a:ext cx="459132" cy="684421"/>
              </a:xfrm>
              <a:custGeom>
                <a:avLst/>
                <a:gdLst/>
                <a:ahLst/>
                <a:cxnLst/>
                <a:rect l="l" t="t" r="r" b="b"/>
                <a:pathLst>
                  <a:path w="12507" h="18644" extrusionOk="0">
                    <a:moveTo>
                      <a:pt x="8208" y="18644"/>
                    </a:moveTo>
                    <a:lnTo>
                      <a:pt x="12506" y="8720"/>
                    </a:lnTo>
                    <a:lnTo>
                      <a:pt x="4300" y="1"/>
                    </a:lnTo>
                    <a:lnTo>
                      <a:pt x="1" y="9924"/>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75"/>
              <p:cNvSpPr/>
              <p:nvPr/>
            </p:nvSpPr>
            <p:spPr>
              <a:xfrm>
                <a:off x="5611437" y="1454839"/>
                <a:ext cx="666507" cy="431526"/>
              </a:xfrm>
              <a:custGeom>
                <a:avLst/>
                <a:gdLst/>
                <a:ahLst/>
                <a:cxnLst/>
                <a:rect l="l" t="t" r="r" b="b"/>
                <a:pathLst>
                  <a:path w="18156" h="11755" extrusionOk="0">
                    <a:moveTo>
                      <a:pt x="18156" y="8720"/>
                    </a:moveTo>
                    <a:lnTo>
                      <a:pt x="8206" y="11754"/>
                    </a:lnTo>
                    <a:lnTo>
                      <a:pt x="0" y="3035"/>
                    </a:lnTo>
                    <a:lnTo>
                      <a:pt x="9950" y="1"/>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75"/>
              <p:cNvSpPr/>
              <p:nvPr/>
            </p:nvSpPr>
            <p:spPr>
              <a:xfrm>
                <a:off x="5611437" y="1091819"/>
                <a:ext cx="521723" cy="474477"/>
              </a:xfrm>
              <a:custGeom>
                <a:avLst/>
                <a:gdLst/>
                <a:ahLst/>
                <a:cxnLst/>
                <a:rect l="l" t="t" r="r" b="b"/>
                <a:pathLst>
                  <a:path w="14212" h="12925" extrusionOk="0">
                    <a:moveTo>
                      <a:pt x="14211" y="1"/>
                    </a:moveTo>
                    <a:lnTo>
                      <a:pt x="4252" y="3250"/>
                    </a:lnTo>
                    <a:lnTo>
                      <a:pt x="0" y="12924"/>
                    </a:lnTo>
                    <a:lnTo>
                      <a:pt x="9950" y="9890"/>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4" name="Google Shape;1414;p75"/>
            <p:cNvSpPr/>
            <p:nvPr/>
          </p:nvSpPr>
          <p:spPr>
            <a:xfrm>
              <a:off x="1854658" y="1188193"/>
              <a:ext cx="131317" cy="131317"/>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75"/>
            <p:cNvSpPr/>
            <p:nvPr/>
          </p:nvSpPr>
          <p:spPr>
            <a:xfrm>
              <a:off x="1044120" y="1175093"/>
              <a:ext cx="131317" cy="131317"/>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6" name="Google Shape;1416;p75"/>
          <p:cNvGrpSpPr/>
          <p:nvPr/>
        </p:nvGrpSpPr>
        <p:grpSpPr>
          <a:xfrm>
            <a:off x="1006862" y="985681"/>
            <a:ext cx="1063876" cy="1139099"/>
            <a:chOff x="279450" y="571167"/>
            <a:chExt cx="1533626" cy="1642063"/>
          </a:xfrm>
        </p:grpSpPr>
        <p:sp>
          <p:nvSpPr>
            <p:cNvPr id="1417" name="Google Shape;1417;p75"/>
            <p:cNvSpPr/>
            <p:nvPr/>
          </p:nvSpPr>
          <p:spPr>
            <a:xfrm>
              <a:off x="328046" y="591443"/>
              <a:ext cx="1470248" cy="1255737"/>
            </a:xfrm>
            <a:custGeom>
              <a:avLst/>
              <a:gdLst/>
              <a:ahLst/>
              <a:cxnLst/>
              <a:rect l="l" t="t" r="r" b="b"/>
              <a:pathLst>
                <a:path w="38574" h="32946" extrusionOk="0">
                  <a:moveTo>
                    <a:pt x="547" y="31774"/>
                  </a:moveTo>
                  <a:cubicBezTo>
                    <a:pt x="2603" y="32632"/>
                    <a:pt x="4864" y="32946"/>
                    <a:pt x="7070" y="32574"/>
                  </a:cubicBezTo>
                  <a:cubicBezTo>
                    <a:pt x="9317" y="32195"/>
                    <a:pt x="11298" y="31096"/>
                    <a:pt x="13328" y="30122"/>
                  </a:cubicBezTo>
                  <a:cubicBezTo>
                    <a:pt x="15399" y="29128"/>
                    <a:pt x="17589" y="28397"/>
                    <a:pt x="19866" y="28065"/>
                  </a:cubicBezTo>
                  <a:cubicBezTo>
                    <a:pt x="22349" y="27703"/>
                    <a:pt x="24838" y="27849"/>
                    <a:pt x="27317" y="28184"/>
                  </a:cubicBezTo>
                  <a:cubicBezTo>
                    <a:pt x="29584" y="28491"/>
                    <a:pt x="32081" y="29201"/>
                    <a:pt x="34326" y="28412"/>
                  </a:cubicBezTo>
                  <a:cubicBezTo>
                    <a:pt x="35850" y="27875"/>
                    <a:pt x="37009" y="26591"/>
                    <a:pt x="37270" y="24982"/>
                  </a:cubicBezTo>
                  <a:cubicBezTo>
                    <a:pt x="37535" y="23347"/>
                    <a:pt x="36855" y="21789"/>
                    <a:pt x="36075" y="20392"/>
                  </a:cubicBezTo>
                  <a:cubicBezTo>
                    <a:pt x="35272" y="18955"/>
                    <a:pt x="34226" y="17655"/>
                    <a:pt x="33050" y="16506"/>
                  </a:cubicBezTo>
                  <a:cubicBezTo>
                    <a:pt x="30600" y="14113"/>
                    <a:pt x="27483" y="12314"/>
                    <a:pt x="24141" y="11530"/>
                  </a:cubicBezTo>
                  <a:cubicBezTo>
                    <a:pt x="21049" y="10804"/>
                    <a:pt x="17115" y="10926"/>
                    <a:pt x="14486" y="12942"/>
                  </a:cubicBezTo>
                  <a:cubicBezTo>
                    <a:pt x="13185" y="13939"/>
                    <a:pt x="12467" y="15527"/>
                    <a:pt x="12809" y="17160"/>
                  </a:cubicBezTo>
                  <a:cubicBezTo>
                    <a:pt x="13084" y="18470"/>
                    <a:pt x="14016" y="19483"/>
                    <a:pt x="15098" y="20211"/>
                  </a:cubicBezTo>
                  <a:cubicBezTo>
                    <a:pt x="17696" y="21961"/>
                    <a:pt x="21091" y="22431"/>
                    <a:pt x="24137" y="21952"/>
                  </a:cubicBezTo>
                  <a:cubicBezTo>
                    <a:pt x="27944" y="21354"/>
                    <a:pt x="31452" y="19344"/>
                    <a:pt x="34027" y="16495"/>
                  </a:cubicBezTo>
                  <a:cubicBezTo>
                    <a:pt x="37100" y="13096"/>
                    <a:pt x="38574" y="8661"/>
                    <a:pt x="38471" y="4108"/>
                  </a:cubicBezTo>
                  <a:cubicBezTo>
                    <a:pt x="38445" y="2923"/>
                    <a:pt x="38310" y="1744"/>
                    <a:pt x="38108" y="578"/>
                  </a:cubicBezTo>
                  <a:cubicBezTo>
                    <a:pt x="38007" y="0"/>
                    <a:pt x="37090" y="63"/>
                    <a:pt x="37191" y="648"/>
                  </a:cubicBezTo>
                  <a:cubicBezTo>
                    <a:pt x="37913" y="4798"/>
                    <a:pt x="37586" y="9103"/>
                    <a:pt x="35520" y="12843"/>
                  </a:cubicBezTo>
                  <a:cubicBezTo>
                    <a:pt x="33688" y="16161"/>
                    <a:pt x="30651" y="18832"/>
                    <a:pt x="27115" y="20203"/>
                  </a:cubicBezTo>
                  <a:cubicBezTo>
                    <a:pt x="24205" y="21332"/>
                    <a:pt x="20945" y="21577"/>
                    <a:pt x="17965" y="20579"/>
                  </a:cubicBezTo>
                  <a:cubicBezTo>
                    <a:pt x="15674" y="19813"/>
                    <a:pt x="12552" y="17775"/>
                    <a:pt x="13962" y="14928"/>
                  </a:cubicBezTo>
                  <a:cubicBezTo>
                    <a:pt x="14721" y="13393"/>
                    <a:pt x="16640" y="12692"/>
                    <a:pt x="18208" y="12331"/>
                  </a:cubicBezTo>
                  <a:cubicBezTo>
                    <a:pt x="19682" y="11990"/>
                    <a:pt x="21229" y="11971"/>
                    <a:pt x="22721" y="12193"/>
                  </a:cubicBezTo>
                  <a:cubicBezTo>
                    <a:pt x="25792" y="12648"/>
                    <a:pt x="28701" y="14061"/>
                    <a:pt x="31103" y="16006"/>
                  </a:cubicBezTo>
                  <a:cubicBezTo>
                    <a:pt x="33313" y="17795"/>
                    <a:pt x="35647" y="20395"/>
                    <a:pt x="36304" y="23251"/>
                  </a:cubicBezTo>
                  <a:cubicBezTo>
                    <a:pt x="36688" y="24923"/>
                    <a:pt x="36001" y="26635"/>
                    <a:pt x="34417" y="27385"/>
                  </a:cubicBezTo>
                  <a:cubicBezTo>
                    <a:pt x="32422" y="28329"/>
                    <a:pt x="30005" y="27637"/>
                    <a:pt x="27940" y="27344"/>
                  </a:cubicBezTo>
                  <a:cubicBezTo>
                    <a:pt x="23276" y="26683"/>
                    <a:pt x="18714" y="26829"/>
                    <a:pt x="14316" y="28669"/>
                  </a:cubicBezTo>
                  <a:cubicBezTo>
                    <a:pt x="12250" y="29533"/>
                    <a:pt x="10329" y="30751"/>
                    <a:pt x="8168" y="31385"/>
                  </a:cubicBezTo>
                  <a:cubicBezTo>
                    <a:pt x="5790" y="32082"/>
                    <a:pt x="3236" y="31901"/>
                    <a:pt x="957" y="30950"/>
                  </a:cubicBezTo>
                  <a:cubicBezTo>
                    <a:pt x="412" y="30723"/>
                    <a:pt x="0" y="31546"/>
                    <a:pt x="547" y="31774"/>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75"/>
            <p:cNvSpPr/>
            <p:nvPr/>
          </p:nvSpPr>
          <p:spPr>
            <a:xfrm>
              <a:off x="1161610" y="949375"/>
              <a:ext cx="508950" cy="987369"/>
            </a:xfrm>
            <a:custGeom>
              <a:avLst/>
              <a:gdLst/>
              <a:ahLst/>
              <a:cxnLst/>
              <a:rect l="l" t="t" r="r" b="b"/>
              <a:pathLst>
                <a:path w="13353" h="25905" extrusionOk="0">
                  <a:moveTo>
                    <a:pt x="3512" y="0"/>
                  </a:moveTo>
                  <a:lnTo>
                    <a:pt x="1" y="14288"/>
                  </a:lnTo>
                  <a:lnTo>
                    <a:pt x="13352" y="25905"/>
                  </a:lnTo>
                  <a:lnTo>
                    <a:pt x="13352" y="25905"/>
                  </a:lnTo>
                  <a:lnTo>
                    <a:pt x="3512" y="0"/>
                  </a:lnTo>
                  <a:close/>
                </a:path>
              </a:pathLst>
            </a:custGeom>
            <a:solidFill>
              <a:srgbClr val="3018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75"/>
            <p:cNvSpPr/>
            <p:nvPr/>
          </p:nvSpPr>
          <p:spPr>
            <a:xfrm>
              <a:off x="474253" y="949375"/>
              <a:ext cx="821264" cy="544625"/>
            </a:xfrm>
            <a:custGeom>
              <a:avLst/>
              <a:gdLst/>
              <a:ahLst/>
              <a:cxnLst/>
              <a:rect l="l" t="t" r="r" b="b"/>
              <a:pathLst>
                <a:path w="21547" h="14289" extrusionOk="0">
                  <a:moveTo>
                    <a:pt x="21546" y="0"/>
                  </a:moveTo>
                  <a:lnTo>
                    <a:pt x="18035" y="14288"/>
                  </a:lnTo>
                  <a:lnTo>
                    <a:pt x="0" y="13027"/>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75"/>
            <p:cNvSpPr/>
            <p:nvPr/>
          </p:nvSpPr>
          <p:spPr>
            <a:xfrm>
              <a:off x="474253" y="1445889"/>
              <a:ext cx="1196316" cy="767331"/>
            </a:xfrm>
            <a:custGeom>
              <a:avLst/>
              <a:gdLst/>
              <a:ahLst/>
              <a:cxnLst/>
              <a:rect l="l" t="t" r="r" b="b"/>
              <a:pathLst>
                <a:path w="31387" h="20132" extrusionOk="0">
                  <a:moveTo>
                    <a:pt x="0" y="0"/>
                  </a:moveTo>
                  <a:lnTo>
                    <a:pt x="18035" y="1261"/>
                  </a:lnTo>
                  <a:lnTo>
                    <a:pt x="31386" y="12878"/>
                  </a:lnTo>
                  <a:lnTo>
                    <a:pt x="12993" y="20132"/>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75"/>
            <p:cNvSpPr/>
            <p:nvPr/>
          </p:nvSpPr>
          <p:spPr>
            <a:xfrm>
              <a:off x="969437" y="1493952"/>
              <a:ext cx="701125" cy="719268"/>
            </a:xfrm>
            <a:custGeom>
              <a:avLst/>
              <a:gdLst/>
              <a:ahLst/>
              <a:cxnLst/>
              <a:rect l="l" t="t" r="r" b="b"/>
              <a:pathLst>
                <a:path w="18395" h="18871" extrusionOk="0">
                  <a:moveTo>
                    <a:pt x="5043" y="0"/>
                  </a:moveTo>
                  <a:lnTo>
                    <a:pt x="1" y="18871"/>
                  </a:lnTo>
                  <a:lnTo>
                    <a:pt x="18394" y="11617"/>
                  </a:lnTo>
                  <a:lnTo>
                    <a:pt x="5043" y="0"/>
                  </a:lnTo>
                  <a:close/>
                </a:path>
              </a:pathLst>
            </a:custGeom>
            <a:solidFill>
              <a:srgbClr val="241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75"/>
            <p:cNvSpPr/>
            <p:nvPr/>
          </p:nvSpPr>
          <p:spPr>
            <a:xfrm>
              <a:off x="969437" y="949375"/>
              <a:ext cx="701125" cy="1263855"/>
            </a:xfrm>
            <a:custGeom>
              <a:avLst/>
              <a:gdLst/>
              <a:ahLst/>
              <a:cxnLst/>
              <a:rect l="l" t="t" r="r" b="b"/>
              <a:pathLst>
                <a:path w="18395" h="33159" extrusionOk="0">
                  <a:moveTo>
                    <a:pt x="8554" y="0"/>
                  </a:moveTo>
                  <a:lnTo>
                    <a:pt x="5043" y="14288"/>
                  </a:lnTo>
                  <a:lnTo>
                    <a:pt x="1" y="33159"/>
                  </a:lnTo>
                  <a:lnTo>
                    <a:pt x="18394" y="259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75"/>
            <p:cNvSpPr/>
            <p:nvPr/>
          </p:nvSpPr>
          <p:spPr>
            <a:xfrm>
              <a:off x="279450" y="1498868"/>
              <a:ext cx="1471963" cy="348981"/>
            </a:xfrm>
            <a:custGeom>
              <a:avLst/>
              <a:gdLst/>
              <a:ahLst/>
              <a:cxnLst/>
              <a:rect l="l" t="t" r="r" b="b"/>
              <a:pathLst>
                <a:path w="38619" h="9156" extrusionOk="0">
                  <a:moveTo>
                    <a:pt x="37672" y="613"/>
                  </a:moveTo>
                  <a:cubicBezTo>
                    <a:pt x="37589" y="1865"/>
                    <a:pt x="36905" y="3003"/>
                    <a:pt x="35692" y="3576"/>
                  </a:cubicBezTo>
                  <a:cubicBezTo>
                    <a:pt x="33696" y="4521"/>
                    <a:pt x="31280" y="3828"/>
                    <a:pt x="29215" y="3536"/>
                  </a:cubicBezTo>
                  <a:cubicBezTo>
                    <a:pt x="24550" y="2875"/>
                    <a:pt x="19987" y="3020"/>
                    <a:pt x="15591" y="4860"/>
                  </a:cubicBezTo>
                  <a:cubicBezTo>
                    <a:pt x="13525" y="5724"/>
                    <a:pt x="11604" y="6943"/>
                    <a:pt x="9442" y="7577"/>
                  </a:cubicBezTo>
                  <a:cubicBezTo>
                    <a:pt x="7065" y="8273"/>
                    <a:pt x="4534" y="7474"/>
                    <a:pt x="2336" y="6344"/>
                  </a:cubicBezTo>
                  <a:cubicBezTo>
                    <a:pt x="996" y="5654"/>
                    <a:pt x="1" y="7761"/>
                    <a:pt x="1609" y="8297"/>
                  </a:cubicBezTo>
                  <a:cubicBezTo>
                    <a:pt x="3665" y="9155"/>
                    <a:pt x="6139" y="9137"/>
                    <a:pt x="8345" y="8765"/>
                  </a:cubicBezTo>
                  <a:cubicBezTo>
                    <a:pt x="10592" y="8387"/>
                    <a:pt x="12573" y="7288"/>
                    <a:pt x="14603" y="6314"/>
                  </a:cubicBezTo>
                  <a:cubicBezTo>
                    <a:pt x="16674" y="5320"/>
                    <a:pt x="18864" y="4589"/>
                    <a:pt x="21141" y="4256"/>
                  </a:cubicBezTo>
                  <a:cubicBezTo>
                    <a:pt x="23624" y="3894"/>
                    <a:pt x="26113" y="4041"/>
                    <a:pt x="28592" y="4376"/>
                  </a:cubicBezTo>
                  <a:cubicBezTo>
                    <a:pt x="30859" y="4683"/>
                    <a:pt x="33356" y="5393"/>
                    <a:pt x="35601" y="4602"/>
                  </a:cubicBezTo>
                  <a:cubicBezTo>
                    <a:pt x="37125" y="4067"/>
                    <a:pt x="38284" y="2783"/>
                    <a:pt x="38545" y="1172"/>
                  </a:cubicBezTo>
                  <a:cubicBezTo>
                    <a:pt x="38606" y="785"/>
                    <a:pt x="38619" y="391"/>
                    <a:pt x="38582" y="0"/>
                  </a:cubicBezTo>
                  <a:close/>
                </a:path>
              </a:pathLst>
            </a:custGeom>
            <a:solidFill>
              <a:srgbClr val="EECB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75"/>
            <p:cNvSpPr/>
            <p:nvPr/>
          </p:nvSpPr>
          <p:spPr>
            <a:xfrm>
              <a:off x="809927" y="571167"/>
              <a:ext cx="1003149" cy="895512"/>
            </a:xfrm>
            <a:custGeom>
              <a:avLst/>
              <a:gdLst/>
              <a:ahLst/>
              <a:cxnLst/>
              <a:rect l="l" t="t" r="r" b="b"/>
              <a:pathLst>
                <a:path w="26319" h="23495" extrusionOk="0">
                  <a:moveTo>
                    <a:pt x="2633" y="12973"/>
                  </a:moveTo>
                  <a:cubicBezTo>
                    <a:pt x="1275" y="13711"/>
                    <a:pt x="239" y="14919"/>
                    <a:pt x="99" y="16501"/>
                  </a:cubicBezTo>
                  <a:cubicBezTo>
                    <a:pt x="0" y="17617"/>
                    <a:pt x="368" y="18683"/>
                    <a:pt x="1086" y="19539"/>
                  </a:cubicBezTo>
                  <a:cubicBezTo>
                    <a:pt x="2571" y="21309"/>
                    <a:pt x="5071" y="22200"/>
                    <a:pt x="7297" y="22526"/>
                  </a:cubicBezTo>
                  <a:cubicBezTo>
                    <a:pt x="13911" y="23494"/>
                    <a:pt x="20546" y="19487"/>
                    <a:pt x="23701" y="13783"/>
                  </a:cubicBezTo>
                  <a:cubicBezTo>
                    <a:pt x="24939" y="11545"/>
                    <a:pt x="25602" y="9030"/>
                    <a:pt x="25772" y="6485"/>
                  </a:cubicBezTo>
                  <a:cubicBezTo>
                    <a:pt x="25856" y="5225"/>
                    <a:pt x="26319" y="167"/>
                    <a:pt x="24374" y="79"/>
                  </a:cubicBezTo>
                  <a:cubicBezTo>
                    <a:pt x="22633" y="0"/>
                    <a:pt x="23354" y="2391"/>
                    <a:pt x="23550" y="3310"/>
                  </a:cubicBezTo>
                  <a:cubicBezTo>
                    <a:pt x="24147" y="6093"/>
                    <a:pt x="24714" y="9141"/>
                    <a:pt x="23608" y="11875"/>
                  </a:cubicBezTo>
                  <a:cubicBezTo>
                    <a:pt x="22452" y="14733"/>
                    <a:pt x="20301" y="17237"/>
                    <a:pt x="17776" y="18977"/>
                  </a:cubicBezTo>
                  <a:cubicBezTo>
                    <a:pt x="13629" y="21835"/>
                    <a:pt x="7784" y="22872"/>
                    <a:pt x="3284" y="20188"/>
                  </a:cubicBezTo>
                  <a:cubicBezTo>
                    <a:pt x="2329" y="19618"/>
                    <a:pt x="1410" y="18791"/>
                    <a:pt x="1105" y="17685"/>
                  </a:cubicBezTo>
                  <a:cubicBezTo>
                    <a:pt x="634" y="15982"/>
                    <a:pt x="1700" y="14522"/>
                    <a:pt x="3147" y="13736"/>
                  </a:cubicBezTo>
                  <a:cubicBezTo>
                    <a:pt x="3667" y="13453"/>
                    <a:pt x="3149" y="12694"/>
                    <a:pt x="2633" y="12973"/>
                  </a:cubicBezTo>
                  <a:close/>
                </a:path>
              </a:pathLst>
            </a:custGeom>
            <a:solidFill>
              <a:srgbClr val="EECB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grpSp>
      <p:grpSp>
        <p:nvGrpSpPr>
          <p:cNvPr id="1425" name="Google Shape;1425;p75"/>
          <p:cNvGrpSpPr/>
          <p:nvPr/>
        </p:nvGrpSpPr>
        <p:grpSpPr>
          <a:xfrm>
            <a:off x="7240686" y="3109126"/>
            <a:ext cx="1550147" cy="1546992"/>
            <a:chOff x="7193640" y="535000"/>
            <a:chExt cx="1450362" cy="1447410"/>
          </a:xfrm>
        </p:grpSpPr>
        <p:sp>
          <p:nvSpPr>
            <p:cNvPr id="1426" name="Google Shape;1426;p75"/>
            <p:cNvSpPr/>
            <p:nvPr/>
          </p:nvSpPr>
          <p:spPr>
            <a:xfrm>
              <a:off x="8222280" y="600283"/>
              <a:ext cx="179093" cy="1316756"/>
            </a:xfrm>
            <a:custGeom>
              <a:avLst/>
              <a:gdLst/>
              <a:ahLst/>
              <a:cxnLst/>
              <a:rect l="l" t="t" r="r" b="b"/>
              <a:pathLst>
                <a:path w="2052" h="15087" extrusionOk="0">
                  <a:moveTo>
                    <a:pt x="2052" y="13741"/>
                  </a:moveTo>
                  <a:lnTo>
                    <a:pt x="2052" y="1347"/>
                  </a:lnTo>
                  <a:cubicBezTo>
                    <a:pt x="1438" y="799"/>
                    <a:pt x="747" y="346"/>
                    <a:pt x="0" y="0"/>
                  </a:cubicBezTo>
                  <a:lnTo>
                    <a:pt x="0" y="15087"/>
                  </a:lnTo>
                  <a:cubicBezTo>
                    <a:pt x="747" y="14742"/>
                    <a:pt x="1438" y="14288"/>
                    <a:pt x="2052" y="13741"/>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1427" name="Google Shape;1427;p75"/>
            <p:cNvSpPr/>
            <p:nvPr/>
          </p:nvSpPr>
          <p:spPr>
            <a:xfrm>
              <a:off x="7960276" y="535000"/>
              <a:ext cx="179093" cy="1447323"/>
            </a:xfrm>
            <a:custGeom>
              <a:avLst/>
              <a:gdLst/>
              <a:ahLst/>
              <a:cxnLst/>
              <a:rect l="l" t="t" r="r" b="b"/>
              <a:pathLst>
                <a:path w="2052" h="16583" extrusionOk="0">
                  <a:moveTo>
                    <a:pt x="2052" y="16205"/>
                  </a:moveTo>
                  <a:lnTo>
                    <a:pt x="2052" y="378"/>
                  </a:lnTo>
                  <a:cubicBezTo>
                    <a:pt x="1387" y="166"/>
                    <a:pt x="697" y="40"/>
                    <a:pt x="0" y="0"/>
                  </a:cubicBezTo>
                  <a:lnTo>
                    <a:pt x="0" y="16583"/>
                  </a:lnTo>
                  <a:cubicBezTo>
                    <a:pt x="697" y="16544"/>
                    <a:pt x="1387" y="16417"/>
                    <a:pt x="2052" y="1620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1428" name="Google Shape;1428;p75"/>
            <p:cNvSpPr/>
            <p:nvPr/>
          </p:nvSpPr>
          <p:spPr>
            <a:xfrm>
              <a:off x="8484197" y="805295"/>
              <a:ext cx="159805" cy="906726"/>
            </a:xfrm>
            <a:custGeom>
              <a:avLst/>
              <a:gdLst/>
              <a:ahLst/>
              <a:cxnLst/>
              <a:rect l="l" t="t" r="r" b="b"/>
              <a:pathLst>
                <a:path w="1831" h="10389" extrusionOk="0">
                  <a:moveTo>
                    <a:pt x="1828" y="5195"/>
                  </a:moveTo>
                  <a:cubicBezTo>
                    <a:pt x="1830" y="3305"/>
                    <a:pt x="1185" y="1472"/>
                    <a:pt x="1" y="1"/>
                  </a:cubicBezTo>
                  <a:lnTo>
                    <a:pt x="1" y="10388"/>
                  </a:lnTo>
                  <a:cubicBezTo>
                    <a:pt x="1186" y="8917"/>
                    <a:pt x="1830" y="7084"/>
                    <a:pt x="1828"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1429" name="Google Shape;1429;p75"/>
            <p:cNvSpPr/>
            <p:nvPr/>
          </p:nvSpPr>
          <p:spPr>
            <a:xfrm>
              <a:off x="7193640" y="805295"/>
              <a:ext cx="159631" cy="906726"/>
            </a:xfrm>
            <a:custGeom>
              <a:avLst/>
              <a:gdLst/>
              <a:ahLst/>
              <a:cxnLst/>
              <a:rect l="l" t="t" r="r" b="b"/>
              <a:pathLst>
                <a:path w="1829" h="10389" extrusionOk="0">
                  <a:moveTo>
                    <a:pt x="3" y="5195"/>
                  </a:moveTo>
                  <a:cubicBezTo>
                    <a:pt x="1" y="7084"/>
                    <a:pt x="645" y="8917"/>
                    <a:pt x="1829" y="10388"/>
                  </a:cubicBezTo>
                  <a:lnTo>
                    <a:pt x="1829" y="1"/>
                  </a:lnTo>
                  <a:cubicBezTo>
                    <a:pt x="645" y="1472"/>
                    <a:pt x="1" y="3305"/>
                    <a:pt x="3"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1430" name="Google Shape;1430;p75"/>
            <p:cNvSpPr/>
            <p:nvPr/>
          </p:nvSpPr>
          <p:spPr>
            <a:xfrm>
              <a:off x="7698272" y="535000"/>
              <a:ext cx="179093" cy="1447410"/>
            </a:xfrm>
            <a:custGeom>
              <a:avLst/>
              <a:gdLst/>
              <a:ahLst/>
              <a:cxnLst/>
              <a:rect l="l" t="t" r="r" b="b"/>
              <a:pathLst>
                <a:path w="2052" h="16584" extrusionOk="0">
                  <a:moveTo>
                    <a:pt x="2052" y="16584"/>
                  </a:moveTo>
                  <a:lnTo>
                    <a:pt x="2052" y="0"/>
                  </a:lnTo>
                  <a:cubicBezTo>
                    <a:pt x="1355" y="40"/>
                    <a:pt x="665" y="166"/>
                    <a:pt x="0" y="379"/>
                  </a:cubicBezTo>
                  <a:lnTo>
                    <a:pt x="0" y="16205"/>
                  </a:lnTo>
                  <a:cubicBezTo>
                    <a:pt x="665" y="16418"/>
                    <a:pt x="1355" y="16545"/>
                    <a:pt x="2052" y="16584"/>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1431" name="Google Shape;1431;p75"/>
            <p:cNvSpPr/>
            <p:nvPr/>
          </p:nvSpPr>
          <p:spPr>
            <a:xfrm>
              <a:off x="7436268" y="600283"/>
              <a:ext cx="179093" cy="1316756"/>
            </a:xfrm>
            <a:custGeom>
              <a:avLst/>
              <a:gdLst/>
              <a:ahLst/>
              <a:cxnLst/>
              <a:rect l="l" t="t" r="r" b="b"/>
              <a:pathLst>
                <a:path w="2052" h="15087" extrusionOk="0">
                  <a:moveTo>
                    <a:pt x="0" y="13741"/>
                  </a:moveTo>
                  <a:cubicBezTo>
                    <a:pt x="614" y="14288"/>
                    <a:pt x="1305" y="14742"/>
                    <a:pt x="2052" y="15087"/>
                  </a:cubicBezTo>
                  <a:lnTo>
                    <a:pt x="2052" y="0"/>
                  </a:lnTo>
                  <a:cubicBezTo>
                    <a:pt x="1305" y="346"/>
                    <a:pt x="614" y="799"/>
                    <a:pt x="0" y="1347"/>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grpSp>
      <p:grpSp>
        <p:nvGrpSpPr>
          <p:cNvPr id="1432" name="Google Shape;1432;p75"/>
          <p:cNvGrpSpPr/>
          <p:nvPr/>
        </p:nvGrpSpPr>
        <p:grpSpPr>
          <a:xfrm rot="5400000">
            <a:off x="394036" y="416876"/>
            <a:ext cx="1550147" cy="1546992"/>
            <a:chOff x="7193640" y="535000"/>
            <a:chExt cx="1450362" cy="1447410"/>
          </a:xfrm>
        </p:grpSpPr>
        <p:sp>
          <p:nvSpPr>
            <p:cNvPr id="1433" name="Google Shape;1433;p75"/>
            <p:cNvSpPr/>
            <p:nvPr/>
          </p:nvSpPr>
          <p:spPr>
            <a:xfrm>
              <a:off x="8222280" y="600283"/>
              <a:ext cx="179093" cy="1316756"/>
            </a:xfrm>
            <a:custGeom>
              <a:avLst/>
              <a:gdLst/>
              <a:ahLst/>
              <a:cxnLst/>
              <a:rect l="l" t="t" r="r" b="b"/>
              <a:pathLst>
                <a:path w="2052" h="15087" extrusionOk="0">
                  <a:moveTo>
                    <a:pt x="2052" y="13741"/>
                  </a:moveTo>
                  <a:lnTo>
                    <a:pt x="2052" y="1347"/>
                  </a:lnTo>
                  <a:cubicBezTo>
                    <a:pt x="1438" y="799"/>
                    <a:pt x="747" y="346"/>
                    <a:pt x="0" y="0"/>
                  </a:cubicBezTo>
                  <a:lnTo>
                    <a:pt x="0" y="15087"/>
                  </a:lnTo>
                  <a:cubicBezTo>
                    <a:pt x="747" y="14742"/>
                    <a:pt x="1438" y="14288"/>
                    <a:pt x="2052" y="13741"/>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75"/>
            <p:cNvSpPr/>
            <p:nvPr/>
          </p:nvSpPr>
          <p:spPr>
            <a:xfrm>
              <a:off x="7960276" y="535000"/>
              <a:ext cx="179093" cy="1447323"/>
            </a:xfrm>
            <a:custGeom>
              <a:avLst/>
              <a:gdLst/>
              <a:ahLst/>
              <a:cxnLst/>
              <a:rect l="l" t="t" r="r" b="b"/>
              <a:pathLst>
                <a:path w="2052" h="16583" extrusionOk="0">
                  <a:moveTo>
                    <a:pt x="2052" y="16205"/>
                  </a:moveTo>
                  <a:lnTo>
                    <a:pt x="2052" y="378"/>
                  </a:lnTo>
                  <a:cubicBezTo>
                    <a:pt x="1387" y="166"/>
                    <a:pt x="697" y="40"/>
                    <a:pt x="0" y="0"/>
                  </a:cubicBezTo>
                  <a:lnTo>
                    <a:pt x="0" y="16583"/>
                  </a:lnTo>
                  <a:cubicBezTo>
                    <a:pt x="697" y="16544"/>
                    <a:pt x="1387" y="16417"/>
                    <a:pt x="2052" y="1620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75"/>
            <p:cNvSpPr/>
            <p:nvPr/>
          </p:nvSpPr>
          <p:spPr>
            <a:xfrm>
              <a:off x="8484197" y="805295"/>
              <a:ext cx="159805" cy="906726"/>
            </a:xfrm>
            <a:custGeom>
              <a:avLst/>
              <a:gdLst/>
              <a:ahLst/>
              <a:cxnLst/>
              <a:rect l="l" t="t" r="r" b="b"/>
              <a:pathLst>
                <a:path w="1831" h="10389" extrusionOk="0">
                  <a:moveTo>
                    <a:pt x="1828" y="5195"/>
                  </a:moveTo>
                  <a:cubicBezTo>
                    <a:pt x="1830" y="3305"/>
                    <a:pt x="1185" y="1472"/>
                    <a:pt x="1" y="1"/>
                  </a:cubicBezTo>
                  <a:lnTo>
                    <a:pt x="1" y="10388"/>
                  </a:lnTo>
                  <a:cubicBezTo>
                    <a:pt x="1186" y="8917"/>
                    <a:pt x="1830" y="7084"/>
                    <a:pt x="1828"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75"/>
            <p:cNvSpPr/>
            <p:nvPr/>
          </p:nvSpPr>
          <p:spPr>
            <a:xfrm>
              <a:off x="7193640" y="805295"/>
              <a:ext cx="159631" cy="906726"/>
            </a:xfrm>
            <a:custGeom>
              <a:avLst/>
              <a:gdLst/>
              <a:ahLst/>
              <a:cxnLst/>
              <a:rect l="l" t="t" r="r" b="b"/>
              <a:pathLst>
                <a:path w="1829" h="10389" extrusionOk="0">
                  <a:moveTo>
                    <a:pt x="3" y="5195"/>
                  </a:moveTo>
                  <a:cubicBezTo>
                    <a:pt x="1" y="7084"/>
                    <a:pt x="645" y="8917"/>
                    <a:pt x="1829" y="10388"/>
                  </a:cubicBezTo>
                  <a:lnTo>
                    <a:pt x="1829" y="1"/>
                  </a:lnTo>
                  <a:cubicBezTo>
                    <a:pt x="645" y="1472"/>
                    <a:pt x="1" y="3305"/>
                    <a:pt x="3"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75"/>
            <p:cNvSpPr/>
            <p:nvPr/>
          </p:nvSpPr>
          <p:spPr>
            <a:xfrm>
              <a:off x="7698272" y="535000"/>
              <a:ext cx="179093" cy="1447410"/>
            </a:xfrm>
            <a:custGeom>
              <a:avLst/>
              <a:gdLst/>
              <a:ahLst/>
              <a:cxnLst/>
              <a:rect l="l" t="t" r="r" b="b"/>
              <a:pathLst>
                <a:path w="2052" h="16584" extrusionOk="0">
                  <a:moveTo>
                    <a:pt x="2052" y="16584"/>
                  </a:moveTo>
                  <a:lnTo>
                    <a:pt x="2052" y="0"/>
                  </a:lnTo>
                  <a:cubicBezTo>
                    <a:pt x="1355" y="40"/>
                    <a:pt x="665" y="166"/>
                    <a:pt x="0" y="379"/>
                  </a:cubicBezTo>
                  <a:lnTo>
                    <a:pt x="0" y="16205"/>
                  </a:lnTo>
                  <a:cubicBezTo>
                    <a:pt x="665" y="16418"/>
                    <a:pt x="1355" y="16545"/>
                    <a:pt x="2052" y="16584"/>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75"/>
            <p:cNvSpPr/>
            <p:nvPr/>
          </p:nvSpPr>
          <p:spPr>
            <a:xfrm>
              <a:off x="7436268" y="600283"/>
              <a:ext cx="179093" cy="1316756"/>
            </a:xfrm>
            <a:custGeom>
              <a:avLst/>
              <a:gdLst/>
              <a:ahLst/>
              <a:cxnLst/>
              <a:rect l="l" t="t" r="r" b="b"/>
              <a:pathLst>
                <a:path w="2052" h="15087" extrusionOk="0">
                  <a:moveTo>
                    <a:pt x="0" y="13741"/>
                  </a:moveTo>
                  <a:cubicBezTo>
                    <a:pt x="614" y="14288"/>
                    <a:pt x="1305" y="14742"/>
                    <a:pt x="2052" y="15087"/>
                  </a:cubicBezTo>
                  <a:lnTo>
                    <a:pt x="2052" y="0"/>
                  </a:lnTo>
                  <a:cubicBezTo>
                    <a:pt x="1305" y="346"/>
                    <a:pt x="614" y="799"/>
                    <a:pt x="0" y="1347"/>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01"/>
                                        </p:tgtEl>
                                        <p:attrNameLst>
                                          <p:attrName>style.visibility</p:attrName>
                                        </p:attrNameLst>
                                      </p:cBhvr>
                                      <p:to>
                                        <p:strVal val="visible"/>
                                      </p:to>
                                    </p:set>
                                    <p:animEffect transition="in" filter="fade">
                                      <p:cBhvr>
                                        <p:cTn id="7" dur="1000"/>
                                        <p:tgtEl>
                                          <p:spTgt spid="140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402"/>
                                        </p:tgtEl>
                                        <p:attrNameLst>
                                          <p:attrName>style.visibility</p:attrName>
                                        </p:attrNameLst>
                                      </p:cBhvr>
                                      <p:to>
                                        <p:strVal val="visible"/>
                                      </p:to>
                                    </p:set>
                                    <p:animEffect transition="in" filter="fade">
                                      <p:cBhvr>
                                        <p:cTn id="11" dur="1000"/>
                                        <p:tgtEl>
                                          <p:spTgt spid="1402"/>
                                        </p:tgtEl>
                                      </p:cBhvr>
                                    </p:animEffect>
                                  </p:childTnLst>
                                </p:cTn>
                              </p:par>
                              <p:par>
                                <p:cTn id="12" presetID="10" presetClass="entr" presetSubtype="0" fill="hold" nodeType="withEffect">
                                  <p:stCondLst>
                                    <p:cond delay="0"/>
                                  </p:stCondLst>
                                  <p:childTnLst>
                                    <p:set>
                                      <p:cBhvr>
                                        <p:cTn id="13" dur="1" fill="hold">
                                          <p:stCondLst>
                                            <p:cond delay="0"/>
                                          </p:stCondLst>
                                        </p:cTn>
                                        <p:tgtEl>
                                          <p:spTgt spid="1405"/>
                                        </p:tgtEl>
                                        <p:attrNameLst>
                                          <p:attrName>style.visibility</p:attrName>
                                        </p:attrNameLst>
                                      </p:cBhvr>
                                      <p:to>
                                        <p:strVal val="visible"/>
                                      </p:to>
                                    </p:set>
                                    <p:animEffect transition="in" filter="fade">
                                      <p:cBhvr>
                                        <p:cTn id="14" dur="1000"/>
                                        <p:tgtEl>
                                          <p:spTgt spid="1405"/>
                                        </p:tgtEl>
                                      </p:cBhvr>
                                    </p:animEffect>
                                  </p:childTnLst>
                                </p:cTn>
                              </p:par>
                              <p:par>
                                <p:cTn id="15" presetID="10" presetClass="entr" presetSubtype="0" fill="hold" nodeType="withEffect">
                                  <p:stCondLst>
                                    <p:cond delay="0"/>
                                  </p:stCondLst>
                                  <p:childTnLst>
                                    <p:set>
                                      <p:cBhvr>
                                        <p:cTn id="16" dur="1" fill="hold">
                                          <p:stCondLst>
                                            <p:cond delay="0"/>
                                          </p:stCondLst>
                                        </p:cTn>
                                        <p:tgtEl>
                                          <p:spTgt spid="1416"/>
                                        </p:tgtEl>
                                        <p:attrNameLst>
                                          <p:attrName>style.visibility</p:attrName>
                                        </p:attrNameLst>
                                      </p:cBhvr>
                                      <p:to>
                                        <p:strVal val="visible"/>
                                      </p:to>
                                    </p:set>
                                    <p:animEffect transition="in" filter="fade">
                                      <p:cBhvr>
                                        <p:cTn id="17" dur="1000"/>
                                        <p:tgtEl>
                                          <p:spTgt spid="1416"/>
                                        </p:tgtEl>
                                      </p:cBhvr>
                                    </p:animEffect>
                                  </p:childTnLst>
                                </p:cTn>
                              </p:par>
                              <p:par>
                                <p:cTn id="18" presetID="10" presetClass="entr" presetSubtype="0" fill="hold" nodeType="withEffect">
                                  <p:stCondLst>
                                    <p:cond delay="0"/>
                                  </p:stCondLst>
                                  <p:childTnLst>
                                    <p:set>
                                      <p:cBhvr>
                                        <p:cTn id="19" dur="1" fill="hold">
                                          <p:stCondLst>
                                            <p:cond delay="0"/>
                                          </p:stCondLst>
                                        </p:cTn>
                                        <p:tgtEl>
                                          <p:spTgt spid="1408"/>
                                        </p:tgtEl>
                                        <p:attrNameLst>
                                          <p:attrName>style.visibility</p:attrName>
                                        </p:attrNameLst>
                                      </p:cBhvr>
                                      <p:to>
                                        <p:strVal val="visible"/>
                                      </p:to>
                                    </p:set>
                                    <p:animEffect transition="in" filter="fade">
                                      <p:cBhvr>
                                        <p:cTn id="20" dur="1000"/>
                                        <p:tgtEl>
                                          <p:spTgt spid="1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grpSp>
        <p:nvGrpSpPr>
          <p:cNvPr id="754" name="Google Shape;754;p64"/>
          <p:cNvGrpSpPr/>
          <p:nvPr/>
        </p:nvGrpSpPr>
        <p:grpSpPr>
          <a:xfrm>
            <a:off x="6348748" y="1719149"/>
            <a:ext cx="1520995" cy="1517754"/>
            <a:chOff x="7193640" y="535000"/>
            <a:chExt cx="1450362" cy="1447410"/>
          </a:xfrm>
        </p:grpSpPr>
        <p:sp>
          <p:nvSpPr>
            <p:cNvPr id="755" name="Google Shape;755;p64"/>
            <p:cNvSpPr/>
            <p:nvPr/>
          </p:nvSpPr>
          <p:spPr>
            <a:xfrm>
              <a:off x="8222280" y="600283"/>
              <a:ext cx="179093" cy="1316756"/>
            </a:xfrm>
            <a:custGeom>
              <a:avLst/>
              <a:gdLst/>
              <a:ahLst/>
              <a:cxnLst/>
              <a:rect l="l" t="t" r="r" b="b"/>
              <a:pathLst>
                <a:path w="2052" h="15087" extrusionOk="0">
                  <a:moveTo>
                    <a:pt x="2052" y="13741"/>
                  </a:moveTo>
                  <a:lnTo>
                    <a:pt x="2052" y="1347"/>
                  </a:lnTo>
                  <a:cubicBezTo>
                    <a:pt x="1438" y="799"/>
                    <a:pt x="747" y="346"/>
                    <a:pt x="0" y="0"/>
                  </a:cubicBezTo>
                  <a:lnTo>
                    <a:pt x="0" y="15087"/>
                  </a:lnTo>
                  <a:cubicBezTo>
                    <a:pt x="747" y="14742"/>
                    <a:pt x="1438" y="14288"/>
                    <a:pt x="2052" y="13741"/>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64"/>
            <p:cNvSpPr/>
            <p:nvPr/>
          </p:nvSpPr>
          <p:spPr>
            <a:xfrm>
              <a:off x="7960276" y="535000"/>
              <a:ext cx="179093" cy="1447323"/>
            </a:xfrm>
            <a:custGeom>
              <a:avLst/>
              <a:gdLst/>
              <a:ahLst/>
              <a:cxnLst/>
              <a:rect l="l" t="t" r="r" b="b"/>
              <a:pathLst>
                <a:path w="2052" h="16583" extrusionOk="0">
                  <a:moveTo>
                    <a:pt x="2052" y="16205"/>
                  </a:moveTo>
                  <a:lnTo>
                    <a:pt x="2052" y="378"/>
                  </a:lnTo>
                  <a:cubicBezTo>
                    <a:pt x="1387" y="166"/>
                    <a:pt x="697" y="40"/>
                    <a:pt x="0" y="0"/>
                  </a:cubicBezTo>
                  <a:lnTo>
                    <a:pt x="0" y="16583"/>
                  </a:lnTo>
                  <a:cubicBezTo>
                    <a:pt x="697" y="16544"/>
                    <a:pt x="1387" y="16417"/>
                    <a:pt x="2052" y="16205"/>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64"/>
            <p:cNvSpPr/>
            <p:nvPr/>
          </p:nvSpPr>
          <p:spPr>
            <a:xfrm>
              <a:off x="8484197" y="805295"/>
              <a:ext cx="159805" cy="906726"/>
            </a:xfrm>
            <a:custGeom>
              <a:avLst/>
              <a:gdLst/>
              <a:ahLst/>
              <a:cxnLst/>
              <a:rect l="l" t="t" r="r" b="b"/>
              <a:pathLst>
                <a:path w="1831" h="10389" extrusionOk="0">
                  <a:moveTo>
                    <a:pt x="1828" y="5195"/>
                  </a:moveTo>
                  <a:cubicBezTo>
                    <a:pt x="1830" y="3305"/>
                    <a:pt x="1185" y="1472"/>
                    <a:pt x="1" y="1"/>
                  </a:cubicBezTo>
                  <a:lnTo>
                    <a:pt x="1" y="10388"/>
                  </a:lnTo>
                  <a:cubicBezTo>
                    <a:pt x="1186" y="8917"/>
                    <a:pt x="1830" y="7084"/>
                    <a:pt x="1828" y="5195"/>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64"/>
            <p:cNvSpPr/>
            <p:nvPr/>
          </p:nvSpPr>
          <p:spPr>
            <a:xfrm>
              <a:off x="7193640" y="805295"/>
              <a:ext cx="159631" cy="906726"/>
            </a:xfrm>
            <a:custGeom>
              <a:avLst/>
              <a:gdLst/>
              <a:ahLst/>
              <a:cxnLst/>
              <a:rect l="l" t="t" r="r" b="b"/>
              <a:pathLst>
                <a:path w="1829" h="10389" extrusionOk="0">
                  <a:moveTo>
                    <a:pt x="3" y="5195"/>
                  </a:moveTo>
                  <a:cubicBezTo>
                    <a:pt x="1" y="7084"/>
                    <a:pt x="645" y="8917"/>
                    <a:pt x="1829" y="10388"/>
                  </a:cubicBezTo>
                  <a:lnTo>
                    <a:pt x="1829" y="1"/>
                  </a:lnTo>
                  <a:cubicBezTo>
                    <a:pt x="645" y="1472"/>
                    <a:pt x="1" y="3305"/>
                    <a:pt x="3" y="5195"/>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64"/>
            <p:cNvSpPr/>
            <p:nvPr/>
          </p:nvSpPr>
          <p:spPr>
            <a:xfrm>
              <a:off x="7698272" y="535000"/>
              <a:ext cx="179093" cy="1447410"/>
            </a:xfrm>
            <a:custGeom>
              <a:avLst/>
              <a:gdLst/>
              <a:ahLst/>
              <a:cxnLst/>
              <a:rect l="l" t="t" r="r" b="b"/>
              <a:pathLst>
                <a:path w="2052" h="16584" extrusionOk="0">
                  <a:moveTo>
                    <a:pt x="2052" y="16584"/>
                  </a:moveTo>
                  <a:lnTo>
                    <a:pt x="2052" y="0"/>
                  </a:lnTo>
                  <a:cubicBezTo>
                    <a:pt x="1355" y="40"/>
                    <a:pt x="665" y="166"/>
                    <a:pt x="0" y="379"/>
                  </a:cubicBezTo>
                  <a:lnTo>
                    <a:pt x="0" y="16205"/>
                  </a:lnTo>
                  <a:cubicBezTo>
                    <a:pt x="665" y="16418"/>
                    <a:pt x="1355" y="16545"/>
                    <a:pt x="2052" y="16584"/>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64"/>
            <p:cNvSpPr/>
            <p:nvPr/>
          </p:nvSpPr>
          <p:spPr>
            <a:xfrm>
              <a:off x="7436268" y="600283"/>
              <a:ext cx="179093" cy="1316756"/>
            </a:xfrm>
            <a:custGeom>
              <a:avLst/>
              <a:gdLst/>
              <a:ahLst/>
              <a:cxnLst/>
              <a:rect l="l" t="t" r="r" b="b"/>
              <a:pathLst>
                <a:path w="2052" h="15087" extrusionOk="0">
                  <a:moveTo>
                    <a:pt x="0" y="13741"/>
                  </a:moveTo>
                  <a:cubicBezTo>
                    <a:pt x="614" y="14288"/>
                    <a:pt x="1305" y="14742"/>
                    <a:pt x="2052" y="15087"/>
                  </a:cubicBezTo>
                  <a:lnTo>
                    <a:pt x="2052" y="0"/>
                  </a:lnTo>
                  <a:cubicBezTo>
                    <a:pt x="1305" y="346"/>
                    <a:pt x="614" y="799"/>
                    <a:pt x="0" y="1347"/>
                  </a:cubicBezTo>
                  <a:close/>
                </a:path>
              </a:pathLst>
            </a:custGeom>
            <a:gradFill>
              <a:gsLst>
                <a:gs pos="0">
                  <a:schemeClr val="dk1">
                    <a:alpha val="28130"/>
                  </a:schemeClr>
                </a:gs>
                <a:gs pos="50000">
                  <a:schemeClr val="lt1">
                    <a:alpha val="28130"/>
                  </a:schemeClr>
                </a:gs>
                <a:gs pos="100000">
                  <a:schemeClr val="dk2">
                    <a:alpha val="28130"/>
                  </a:scheme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2" name="Google Shape;762;p64"/>
          <p:cNvSpPr txBox="1">
            <a:spLocks noGrp="1"/>
          </p:cNvSpPr>
          <p:nvPr>
            <p:ph type="subTitle" idx="1"/>
          </p:nvPr>
        </p:nvSpPr>
        <p:spPr>
          <a:xfrm>
            <a:off x="1259840" y="1851660"/>
            <a:ext cx="6026150" cy="1691005"/>
          </a:xfrm>
          <a:prstGeom prst="rect">
            <a:avLst/>
          </a:prstGeom>
        </p:spPr>
        <p:txBody>
          <a:bodyPr spcFirstLastPara="1" wrap="square" lIns="91425" tIns="91425" rIns="91425" bIns="91425" anchor="ctr" anchorCtr="0">
            <a:noAutofit/>
          </a:bodyPr>
          <a:lstStyle/>
          <a:p>
            <a:pPr marL="0" lvl="0" indent="457200" algn="l" rtl="0">
              <a:spcBef>
                <a:spcPts val="0"/>
              </a:spcBef>
              <a:spcAft>
                <a:spcPts val="0"/>
              </a:spcAft>
              <a:buNone/>
            </a:pPr>
            <a:r>
              <a:rPr lang="en-US" altLang="en-GB" sz="2000">
                <a:latin typeface="Times New Roman" panose="02020603050405020304" charset="0"/>
                <a:cs typeface="Times New Roman" panose="02020603050405020304" charset="0"/>
              </a:rPr>
              <a:t>The internet of Things (ioT) refers to the network of physical objects embedded with sensors, software, and other technologies to connect and exchange data with other devices and systems over the internet. This connectivity brings numerous benefits but also introduces significant security challenges.</a:t>
            </a:r>
          </a:p>
        </p:txBody>
      </p:sp>
      <p:cxnSp>
        <p:nvCxnSpPr>
          <p:cNvPr id="763" name="Google Shape;763;p64"/>
          <p:cNvCxnSpPr/>
          <p:nvPr/>
        </p:nvCxnSpPr>
        <p:spPr>
          <a:xfrm>
            <a:off x="827613" y="4487145"/>
            <a:ext cx="3992400" cy="0"/>
          </a:xfrm>
          <a:prstGeom prst="straightConnector1">
            <a:avLst/>
          </a:prstGeom>
          <a:noFill/>
          <a:ln w="19050" cap="flat" cmpd="sng">
            <a:solidFill>
              <a:schemeClr val="lt2"/>
            </a:solidFill>
            <a:prstDash val="solid"/>
            <a:round/>
            <a:headEnd type="none" w="med" len="med"/>
            <a:tailEnd type="none" w="med" len="med"/>
          </a:ln>
        </p:spPr>
      </p:cxnSp>
      <p:grpSp>
        <p:nvGrpSpPr>
          <p:cNvPr id="764" name="Google Shape;764;p64"/>
          <p:cNvGrpSpPr/>
          <p:nvPr/>
        </p:nvGrpSpPr>
        <p:grpSpPr>
          <a:xfrm rot="-9711655">
            <a:off x="6553521" y="755819"/>
            <a:ext cx="1670816" cy="1582334"/>
            <a:chOff x="2956625" y="695323"/>
            <a:chExt cx="1049357" cy="993667"/>
          </a:xfrm>
        </p:grpSpPr>
        <p:sp>
          <p:nvSpPr>
            <p:cNvPr id="765" name="Google Shape;765;p64"/>
            <p:cNvSpPr/>
            <p:nvPr/>
          </p:nvSpPr>
          <p:spPr>
            <a:xfrm>
              <a:off x="2962187" y="1103486"/>
              <a:ext cx="972341" cy="528289"/>
            </a:xfrm>
            <a:custGeom>
              <a:avLst/>
              <a:gdLst/>
              <a:ahLst/>
              <a:cxnLst/>
              <a:rect l="l" t="t" r="r" b="b"/>
              <a:pathLst>
                <a:path w="26399" h="14343" extrusionOk="0">
                  <a:moveTo>
                    <a:pt x="16147" y="11874"/>
                  </a:moveTo>
                  <a:cubicBezTo>
                    <a:pt x="15391" y="12180"/>
                    <a:pt x="14612" y="12465"/>
                    <a:pt x="13819" y="12725"/>
                  </a:cubicBezTo>
                  <a:cubicBezTo>
                    <a:pt x="10489" y="13814"/>
                    <a:pt x="7284" y="14342"/>
                    <a:pt x="4794" y="14210"/>
                  </a:cubicBezTo>
                  <a:cubicBezTo>
                    <a:pt x="1986" y="14062"/>
                    <a:pt x="340" y="13078"/>
                    <a:pt x="157" y="11442"/>
                  </a:cubicBezTo>
                  <a:cubicBezTo>
                    <a:pt x="1" y="10041"/>
                    <a:pt x="922" y="8430"/>
                    <a:pt x="2823" y="6778"/>
                  </a:cubicBezTo>
                  <a:cubicBezTo>
                    <a:pt x="5129" y="4774"/>
                    <a:pt x="8684" y="2894"/>
                    <a:pt x="12579" y="1619"/>
                  </a:cubicBezTo>
                  <a:cubicBezTo>
                    <a:pt x="15910" y="528"/>
                    <a:pt x="19114" y="0"/>
                    <a:pt x="21605" y="133"/>
                  </a:cubicBezTo>
                  <a:cubicBezTo>
                    <a:pt x="24413" y="282"/>
                    <a:pt x="26059" y="1265"/>
                    <a:pt x="26242" y="2901"/>
                  </a:cubicBezTo>
                  <a:cubicBezTo>
                    <a:pt x="26398" y="4301"/>
                    <a:pt x="25477" y="5914"/>
                    <a:pt x="23576" y="7565"/>
                  </a:cubicBezTo>
                  <a:cubicBezTo>
                    <a:pt x="21740" y="9161"/>
                    <a:pt x="19109" y="10679"/>
                    <a:pt x="16147" y="11874"/>
                  </a:cubicBezTo>
                  <a:close/>
                  <a:moveTo>
                    <a:pt x="3242" y="7194"/>
                  </a:moveTo>
                  <a:cubicBezTo>
                    <a:pt x="1564" y="8652"/>
                    <a:pt x="747" y="10039"/>
                    <a:pt x="877" y="11206"/>
                  </a:cubicBezTo>
                  <a:cubicBezTo>
                    <a:pt x="1031" y="12585"/>
                    <a:pt x="2504" y="13418"/>
                    <a:pt x="5025" y="13552"/>
                  </a:cubicBezTo>
                  <a:cubicBezTo>
                    <a:pt x="7421" y="13680"/>
                    <a:pt x="10520" y="13166"/>
                    <a:pt x="13751" y="12109"/>
                  </a:cubicBezTo>
                  <a:cubicBezTo>
                    <a:pt x="17523" y="10873"/>
                    <a:pt x="20950" y="9067"/>
                    <a:pt x="23157" y="7150"/>
                  </a:cubicBezTo>
                  <a:cubicBezTo>
                    <a:pt x="24835" y="5692"/>
                    <a:pt x="25652" y="4305"/>
                    <a:pt x="25522" y="3137"/>
                  </a:cubicBezTo>
                  <a:cubicBezTo>
                    <a:pt x="25368" y="1758"/>
                    <a:pt x="23895" y="925"/>
                    <a:pt x="21374" y="792"/>
                  </a:cubicBezTo>
                  <a:cubicBezTo>
                    <a:pt x="18978" y="664"/>
                    <a:pt x="15880" y="1177"/>
                    <a:pt x="12648" y="2235"/>
                  </a:cubicBezTo>
                  <a:cubicBezTo>
                    <a:pt x="8876" y="3470"/>
                    <a:pt x="5449" y="5277"/>
                    <a:pt x="3242" y="7194"/>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64"/>
            <p:cNvSpPr/>
            <p:nvPr/>
          </p:nvSpPr>
          <p:spPr>
            <a:xfrm>
              <a:off x="2975777" y="903677"/>
              <a:ext cx="1030205" cy="472303"/>
            </a:xfrm>
            <a:custGeom>
              <a:avLst/>
              <a:gdLst/>
              <a:ahLst/>
              <a:cxnLst/>
              <a:rect l="l" t="t" r="r" b="b"/>
              <a:pathLst>
                <a:path w="27970" h="12823" extrusionOk="0">
                  <a:moveTo>
                    <a:pt x="13849" y="12001"/>
                  </a:moveTo>
                  <a:cubicBezTo>
                    <a:pt x="13050" y="11838"/>
                    <a:pt x="12243" y="11645"/>
                    <a:pt x="11439" y="11426"/>
                  </a:cubicBezTo>
                  <a:cubicBezTo>
                    <a:pt x="8061" y="10497"/>
                    <a:pt x="5097" y="9169"/>
                    <a:pt x="3091" y="7685"/>
                  </a:cubicBezTo>
                  <a:cubicBezTo>
                    <a:pt x="833" y="6012"/>
                    <a:pt x="1" y="4284"/>
                    <a:pt x="752" y="2818"/>
                  </a:cubicBezTo>
                  <a:cubicBezTo>
                    <a:pt x="1394" y="1564"/>
                    <a:pt x="3052" y="727"/>
                    <a:pt x="5548" y="398"/>
                  </a:cubicBezTo>
                  <a:cubicBezTo>
                    <a:pt x="8576" y="0"/>
                    <a:pt x="12580" y="394"/>
                    <a:pt x="16532" y="1479"/>
                  </a:cubicBezTo>
                  <a:cubicBezTo>
                    <a:pt x="19911" y="2407"/>
                    <a:pt x="22876" y="3735"/>
                    <a:pt x="24879" y="5219"/>
                  </a:cubicBezTo>
                  <a:cubicBezTo>
                    <a:pt x="27139" y="6892"/>
                    <a:pt x="27969" y="8622"/>
                    <a:pt x="27219" y="10087"/>
                  </a:cubicBezTo>
                  <a:cubicBezTo>
                    <a:pt x="26577" y="11340"/>
                    <a:pt x="24919" y="12177"/>
                    <a:pt x="22422" y="12506"/>
                  </a:cubicBezTo>
                  <a:cubicBezTo>
                    <a:pt x="20011" y="12822"/>
                    <a:pt x="16980" y="12637"/>
                    <a:pt x="13849" y="12001"/>
                  </a:cubicBezTo>
                  <a:close/>
                  <a:moveTo>
                    <a:pt x="5669" y="976"/>
                  </a:moveTo>
                  <a:cubicBezTo>
                    <a:pt x="3465" y="1267"/>
                    <a:pt x="2018" y="1972"/>
                    <a:pt x="1483" y="3018"/>
                  </a:cubicBezTo>
                  <a:cubicBezTo>
                    <a:pt x="850" y="4253"/>
                    <a:pt x="1620" y="5760"/>
                    <a:pt x="3648" y="7263"/>
                  </a:cubicBezTo>
                  <a:cubicBezTo>
                    <a:pt x="5577" y="8691"/>
                    <a:pt x="8444" y="9974"/>
                    <a:pt x="11722" y="10873"/>
                  </a:cubicBezTo>
                  <a:cubicBezTo>
                    <a:pt x="15549" y="11924"/>
                    <a:pt x="19406" y="12308"/>
                    <a:pt x="22302" y="11926"/>
                  </a:cubicBezTo>
                  <a:cubicBezTo>
                    <a:pt x="24505" y="11636"/>
                    <a:pt x="25954" y="10931"/>
                    <a:pt x="26489" y="9885"/>
                  </a:cubicBezTo>
                  <a:cubicBezTo>
                    <a:pt x="27121" y="8650"/>
                    <a:pt x="26352" y="7142"/>
                    <a:pt x="24323" y="5640"/>
                  </a:cubicBezTo>
                  <a:cubicBezTo>
                    <a:pt x="22395" y="4213"/>
                    <a:pt x="19527" y="2930"/>
                    <a:pt x="16249" y="2030"/>
                  </a:cubicBezTo>
                  <a:cubicBezTo>
                    <a:pt x="12421" y="979"/>
                    <a:pt x="8566" y="595"/>
                    <a:pt x="5669" y="976"/>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64"/>
            <p:cNvSpPr/>
            <p:nvPr/>
          </p:nvSpPr>
          <p:spPr>
            <a:xfrm>
              <a:off x="3443020" y="695323"/>
              <a:ext cx="369835" cy="993667"/>
            </a:xfrm>
            <a:custGeom>
              <a:avLst/>
              <a:gdLst/>
              <a:ahLst/>
              <a:cxnLst/>
              <a:rect l="l" t="t" r="r" b="b"/>
              <a:pathLst>
                <a:path w="10041" h="26978" extrusionOk="0">
                  <a:moveTo>
                    <a:pt x="6969" y="1"/>
                  </a:moveTo>
                  <a:lnTo>
                    <a:pt x="0" y="18820"/>
                  </a:lnTo>
                  <a:lnTo>
                    <a:pt x="10040" y="26978"/>
                  </a:lnTo>
                  <a:lnTo>
                    <a:pt x="6969" y="1"/>
                  </a:lnTo>
                  <a:close/>
                </a:path>
              </a:pathLst>
            </a:custGeom>
            <a:solidFill>
              <a:srgbClr val="3018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64"/>
            <p:cNvSpPr/>
            <p:nvPr/>
          </p:nvSpPr>
          <p:spPr>
            <a:xfrm>
              <a:off x="2956625" y="695323"/>
              <a:ext cx="743133" cy="693188"/>
            </a:xfrm>
            <a:custGeom>
              <a:avLst/>
              <a:gdLst/>
              <a:ahLst/>
              <a:cxnLst/>
              <a:rect l="l" t="t" r="r" b="b"/>
              <a:pathLst>
                <a:path w="20176" h="18820" extrusionOk="0">
                  <a:moveTo>
                    <a:pt x="20175" y="1"/>
                  </a:moveTo>
                  <a:lnTo>
                    <a:pt x="13206" y="18820"/>
                  </a:lnTo>
                  <a:lnTo>
                    <a:pt x="1" y="1834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64"/>
            <p:cNvSpPr/>
            <p:nvPr/>
          </p:nvSpPr>
          <p:spPr>
            <a:xfrm>
              <a:off x="2956625" y="1370917"/>
              <a:ext cx="856245" cy="318049"/>
            </a:xfrm>
            <a:custGeom>
              <a:avLst/>
              <a:gdLst/>
              <a:ahLst/>
              <a:cxnLst/>
              <a:rect l="l" t="t" r="r" b="b"/>
              <a:pathLst>
                <a:path w="23247" h="8635" extrusionOk="0">
                  <a:moveTo>
                    <a:pt x="1" y="1"/>
                  </a:moveTo>
                  <a:lnTo>
                    <a:pt x="13206" y="477"/>
                  </a:lnTo>
                  <a:lnTo>
                    <a:pt x="23246" y="8635"/>
                  </a:lnTo>
                  <a:lnTo>
                    <a:pt x="10273" y="8617"/>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64"/>
            <p:cNvSpPr/>
            <p:nvPr/>
          </p:nvSpPr>
          <p:spPr>
            <a:xfrm>
              <a:off x="3334994" y="1388485"/>
              <a:ext cx="477865" cy="300480"/>
            </a:xfrm>
            <a:custGeom>
              <a:avLst/>
              <a:gdLst/>
              <a:ahLst/>
              <a:cxnLst/>
              <a:rect l="l" t="t" r="r" b="b"/>
              <a:pathLst>
                <a:path w="12974" h="8158" extrusionOk="0">
                  <a:moveTo>
                    <a:pt x="2933" y="0"/>
                  </a:moveTo>
                  <a:lnTo>
                    <a:pt x="0" y="8140"/>
                  </a:lnTo>
                  <a:lnTo>
                    <a:pt x="12973" y="8158"/>
                  </a:lnTo>
                  <a:lnTo>
                    <a:pt x="2933" y="0"/>
                  </a:lnTo>
                  <a:close/>
                </a:path>
              </a:pathLst>
            </a:custGeom>
            <a:solidFill>
              <a:srgbClr val="241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64"/>
            <p:cNvSpPr/>
            <p:nvPr/>
          </p:nvSpPr>
          <p:spPr>
            <a:xfrm>
              <a:off x="3334994" y="695323"/>
              <a:ext cx="477865" cy="993667"/>
            </a:xfrm>
            <a:custGeom>
              <a:avLst/>
              <a:gdLst/>
              <a:ahLst/>
              <a:cxnLst/>
              <a:rect l="l" t="t" r="r" b="b"/>
              <a:pathLst>
                <a:path w="12974" h="26978" extrusionOk="0">
                  <a:moveTo>
                    <a:pt x="9902" y="1"/>
                  </a:moveTo>
                  <a:lnTo>
                    <a:pt x="2933" y="18820"/>
                  </a:lnTo>
                  <a:lnTo>
                    <a:pt x="0" y="26960"/>
                  </a:lnTo>
                  <a:lnTo>
                    <a:pt x="12973" y="2697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64"/>
            <p:cNvSpPr/>
            <p:nvPr/>
          </p:nvSpPr>
          <p:spPr>
            <a:xfrm>
              <a:off x="3069366" y="845704"/>
              <a:ext cx="381474" cy="247662"/>
            </a:xfrm>
            <a:custGeom>
              <a:avLst/>
              <a:gdLst/>
              <a:ahLst/>
              <a:cxnLst/>
              <a:rect l="l" t="t" r="r" b="b"/>
              <a:pathLst>
                <a:path w="10357" h="6724" extrusionOk="0">
                  <a:moveTo>
                    <a:pt x="10357" y="0"/>
                  </a:moveTo>
                  <a:lnTo>
                    <a:pt x="6242" y="5135"/>
                  </a:lnTo>
                  <a:lnTo>
                    <a:pt x="0" y="6723"/>
                  </a:lnTo>
                  <a:lnTo>
                    <a:pt x="3862" y="1544"/>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64"/>
            <p:cNvSpPr/>
            <p:nvPr/>
          </p:nvSpPr>
          <p:spPr>
            <a:xfrm>
              <a:off x="3299267" y="845704"/>
              <a:ext cx="177127" cy="372450"/>
            </a:xfrm>
            <a:custGeom>
              <a:avLst/>
              <a:gdLst/>
              <a:ahLst/>
              <a:cxnLst/>
              <a:rect l="l" t="t" r="r" b="b"/>
              <a:pathLst>
                <a:path w="4809" h="10112" extrusionOk="0">
                  <a:moveTo>
                    <a:pt x="4809" y="7013"/>
                  </a:moveTo>
                  <a:lnTo>
                    <a:pt x="4115" y="0"/>
                  </a:lnTo>
                  <a:lnTo>
                    <a:pt x="0" y="5135"/>
                  </a:lnTo>
                  <a:lnTo>
                    <a:pt x="3305" y="10112"/>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64"/>
            <p:cNvSpPr/>
            <p:nvPr/>
          </p:nvSpPr>
          <p:spPr>
            <a:xfrm>
              <a:off x="3164207" y="902572"/>
              <a:ext cx="135102" cy="132302"/>
            </a:xfrm>
            <a:custGeom>
              <a:avLst/>
              <a:gdLst/>
              <a:ahLst/>
              <a:cxnLst/>
              <a:rect l="l" t="t" r="r" b="b"/>
              <a:pathLst>
                <a:path w="3668" h="3592" extrusionOk="0">
                  <a:moveTo>
                    <a:pt x="3667" y="3591"/>
                  </a:moveTo>
                  <a:lnTo>
                    <a:pt x="1287" y="0"/>
                  </a:lnTo>
                  <a:lnTo>
                    <a:pt x="0" y="1726"/>
                  </a:lnTo>
                  <a:lnTo>
                    <a:pt x="1287" y="0"/>
                  </a:lnTo>
                  <a:close/>
                </a:path>
              </a:pathLst>
            </a:custGeom>
            <a:solidFill>
              <a:srgbClr val="241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64"/>
            <p:cNvSpPr/>
            <p:nvPr/>
          </p:nvSpPr>
          <p:spPr>
            <a:xfrm>
              <a:off x="3069366" y="902572"/>
              <a:ext cx="229945" cy="190792"/>
            </a:xfrm>
            <a:custGeom>
              <a:avLst/>
              <a:gdLst/>
              <a:ahLst/>
              <a:cxnLst/>
              <a:rect l="l" t="t" r="r" b="b"/>
              <a:pathLst>
                <a:path w="6243" h="5180" extrusionOk="0">
                  <a:moveTo>
                    <a:pt x="3862" y="0"/>
                  </a:moveTo>
                  <a:lnTo>
                    <a:pt x="2575" y="1726"/>
                  </a:lnTo>
                  <a:lnTo>
                    <a:pt x="0" y="5179"/>
                  </a:lnTo>
                  <a:lnTo>
                    <a:pt x="6242" y="3591"/>
                  </a:lnTo>
                  <a:lnTo>
                    <a:pt x="3862" y="0"/>
                  </a:lnTo>
                  <a:close/>
                </a:path>
              </a:pathLst>
            </a:custGeom>
            <a:solidFill>
              <a:srgbClr val="241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64"/>
            <p:cNvSpPr/>
            <p:nvPr/>
          </p:nvSpPr>
          <p:spPr>
            <a:xfrm>
              <a:off x="3069366" y="902572"/>
              <a:ext cx="229945" cy="190792"/>
            </a:xfrm>
            <a:custGeom>
              <a:avLst/>
              <a:gdLst/>
              <a:ahLst/>
              <a:cxnLst/>
              <a:rect l="l" t="t" r="r" b="b"/>
              <a:pathLst>
                <a:path w="6243" h="5180" extrusionOk="0">
                  <a:moveTo>
                    <a:pt x="6242" y="3591"/>
                  </a:moveTo>
                  <a:lnTo>
                    <a:pt x="3862" y="0"/>
                  </a:lnTo>
                  <a:lnTo>
                    <a:pt x="2575" y="1726"/>
                  </a:lnTo>
                  <a:lnTo>
                    <a:pt x="0" y="5179"/>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64"/>
            <p:cNvSpPr/>
            <p:nvPr/>
          </p:nvSpPr>
          <p:spPr>
            <a:xfrm>
              <a:off x="3069366" y="1034832"/>
              <a:ext cx="351640" cy="188288"/>
            </a:xfrm>
            <a:custGeom>
              <a:avLst/>
              <a:gdLst/>
              <a:ahLst/>
              <a:cxnLst/>
              <a:rect l="l" t="t" r="r" b="b"/>
              <a:pathLst>
                <a:path w="9547" h="5112" extrusionOk="0">
                  <a:moveTo>
                    <a:pt x="9547" y="4977"/>
                  </a:moveTo>
                  <a:lnTo>
                    <a:pt x="6242" y="0"/>
                  </a:lnTo>
                  <a:lnTo>
                    <a:pt x="0" y="1588"/>
                  </a:lnTo>
                  <a:lnTo>
                    <a:pt x="5846" y="4982"/>
                  </a:lnTo>
                  <a:lnTo>
                    <a:pt x="6070" y="5111"/>
                  </a:lnTo>
                  <a:close/>
                </a:path>
              </a:pathLst>
            </a:custGeom>
            <a:solidFill>
              <a:srgbClr val="990C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64"/>
            <p:cNvSpPr/>
            <p:nvPr/>
          </p:nvSpPr>
          <p:spPr>
            <a:xfrm>
              <a:off x="3069366" y="1034832"/>
              <a:ext cx="351640" cy="188288"/>
            </a:xfrm>
            <a:custGeom>
              <a:avLst/>
              <a:gdLst/>
              <a:ahLst/>
              <a:cxnLst/>
              <a:rect l="l" t="t" r="r" b="b"/>
              <a:pathLst>
                <a:path w="9547" h="5112" extrusionOk="0">
                  <a:moveTo>
                    <a:pt x="9547" y="4977"/>
                  </a:moveTo>
                  <a:lnTo>
                    <a:pt x="6242" y="0"/>
                  </a:lnTo>
                  <a:lnTo>
                    <a:pt x="0" y="1588"/>
                  </a:lnTo>
                  <a:lnTo>
                    <a:pt x="5846" y="4982"/>
                  </a:lnTo>
                  <a:lnTo>
                    <a:pt x="6070" y="5111"/>
                  </a:lnTo>
                  <a:close/>
                </a:path>
              </a:pathLst>
            </a:custGeom>
            <a:gradFill>
              <a:gsLst>
                <a:gs pos="0">
                  <a:schemeClr val="accent1"/>
                </a:gs>
                <a:gs pos="100000">
                  <a:schemeClr val="accent2"/>
                </a:gs>
              </a:gsLst>
              <a:lin ang="59999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64"/>
            <p:cNvSpPr/>
            <p:nvPr/>
          </p:nvSpPr>
          <p:spPr>
            <a:xfrm>
              <a:off x="2978171" y="1013470"/>
              <a:ext cx="999045" cy="362505"/>
            </a:xfrm>
            <a:custGeom>
              <a:avLst/>
              <a:gdLst/>
              <a:ahLst/>
              <a:cxnLst/>
              <a:rect l="l" t="t" r="r" b="b"/>
              <a:pathLst>
                <a:path w="27124" h="9842" extrusionOk="0">
                  <a:moveTo>
                    <a:pt x="26503" y="6727"/>
                  </a:moveTo>
                  <a:cubicBezTo>
                    <a:pt x="26479" y="6787"/>
                    <a:pt x="26453" y="6846"/>
                    <a:pt x="26424" y="6905"/>
                  </a:cubicBezTo>
                  <a:cubicBezTo>
                    <a:pt x="25889" y="7950"/>
                    <a:pt x="24440" y="8656"/>
                    <a:pt x="22237" y="8946"/>
                  </a:cubicBezTo>
                  <a:cubicBezTo>
                    <a:pt x="19341" y="9327"/>
                    <a:pt x="15484" y="8944"/>
                    <a:pt x="11657" y="7892"/>
                  </a:cubicBezTo>
                  <a:cubicBezTo>
                    <a:pt x="8379" y="6993"/>
                    <a:pt x="5512" y="5710"/>
                    <a:pt x="3583" y="4283"/>
                  </a:cubicBezTo>
                  <a:cubicBezTo>
                    <a:pt x="1777" y="2945"/>
                    <a:pt x="970" y="1604"/>
                    <a:pt x="1260" y="455"/>
                  </a:cubicBezTo>
                  <a:lnTo>
                    <a:pt x="610" y="0"/>
                  </a:lnTo>
                  <a:cubicBezTo>
                    <a:pt x="0" y="1431"/>
                    <a:pt x="852" y="3093"/>
                    <a:pt x="3026" y="4704"/>
                  </a:cubicBezTo>
                  <a:cubicBezTo>
                    <a:pt x="5031" y="6188"/>
                    <a:pt x="7996" y="7516"/>
                    <a:pt x="11374" y="8445"/>
                  </a:cubicBezTo>
                  <a:cubicBezTo>
                    <a:pt x="12178" y="8666"/>
                    <a:pt x="12985" y="8858"/>
                    <a:pt x="13784" y="9020"/>
                  </a:cubicBezTo>
                  <a:cubicBezTo>
                    <a:pt x="16915" y="9656"/>
                    <a:pt x="19946" y="9841"/>
                    <a:pt x="22357" y="9524"/>
                  </a:cubicBezTo>
                  <a:cubicBezTo>
                    <a:pt x="24817" y="9201"/>
                    <a:pt x="26462" y="8382"/>
                    <a:pt x="27123" y="7159"/>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64"/>
            <p:cNvSpPr/>
            <p:nvPr/>
          </p:nvSpPr>
          <p:spPr>
            <a:xfrm>
              <a:off x="2968927" y="1211917"/>
              <a:ext cx="964496" cy="419854"/>
            </a:xfrm>
            <a:custGeom>
              <a:avLst/>
              <a:gdLst/>
              <a:ahLst/>
              <a:cxnLst/>
              <a:rect l="l" t="t" r="r" b="b"/>
              <a:pathLst>
                <a:path w="26186" h="11399" extrusionOk="0">
                  <a:moveTo>
                    <a:pt x="25308" y="1"/>
                  </a:moveTo>
                  <a:cubicBezTo>
                    <a:pt x="25320" y="64"/>
                    <a:pt x="25332" y="127"/>
                    <a:pt x="25339" y="193"/>
                  </a:cubicBezTo>
                  <a:cubicBezTo>
                    <a:pt x="25469" y="1361"/>
                    <a:pt x="24652" y="2748"/>
                    <a:pt x="22974" y="4206"/>
                  </a:cubicBezTo>
                  <a:cubicBezTo>
                    <a:pt x="20769" y="6123"/>
                    <a:pt x="17340" y="7929"/>
                    <a:pt x="13568" y="9165"/>
                  </a:cubicBezTo>
                  <a:cubicBezTo>
                    <a:pt x="10337" y="10222"/>
                    <a:pt x="7238" y="10736"/>
                    <a:pt x="4842" y="10608"/>
                  </a:cubicBezTo>
                  <a:cubicBezTo>
                    <a:pt x="2598" y="10489"/>
                    <a:pt x="1186" y="9816"/>
                    <a:pt x="793" y="8697"/>
                  </a:cubicBezTo>
                  <a:lnTo>
                    <a:pt x="0" y="8677"/>
                  </a:lnTo>
                  <a:cubicBezTo>
                    <a:pt x="281" y="10206"/>
                    <a:pt x="1908" y="11123"/>
                    <a:pt x="4611" y="11266"/>
                  </a:cubicBezTo>
                  <a:cubicBezTo>
                    <a:pt x="7101" y="11398"/>
                    <a:pt x="10306" y="10870"/>
                    <a:pt x="13636" y="9781"/>
                  </a:cubicBezTo>
                  <a:cubicBezTo>
                    <a:pt x="14429" y="9522"/>
                    <a:pt x="15208" y="9236"/>
                    <a:pt x="15964" y="8930"/>
                  </a:cubicBezTo>
                  <a:cubicBezTo>
                    <a:pt x="18926" y="7735"/>
                    <a:pt x="21557" y="6217"/>
                    <a:pt x="23393" y="4621"/>
                  </a:cubicBezTo>
                  <a:cubicBezTo>
                    <a:pt x="25266" y="2994"/>
                    <a:pt x="26186" y="1404"/>
                    <a:pt x="26062" y="19"/>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 name="Google Shape;781;p64"/>
          <p:cNvGrpSpPr/>
          <p:nvPr/>
        </p:nvGrpSpPr>
        <p:grpSpPr>
          <a:xfrm rot="7394623">
            <a:off x="844044" y="573853"/>
            <a:ext cx="524325" cy="608063"/>
            <a:chOff x="5320111" y="1881293"/>
            <a:chExt cx="470512" cy="545615"/>
          </a:xfrm>
        </p:grpSpPr>
        <p:sp>
          <p:nvSpPr>
            <p:cNvPr id="782" name="Google Shape;782;p64"/>
            <p:cNvSpPr/>
            <p:nvPr/>
          </p:nvSpPr>
          <p:spPr>
            <a:xfrm>
              <a:off x="5587062" y="18812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64"/>
            <p:cNvSpPr/>
            <p:nvPr/>
          </p:nvSpPr>
          <p:spPr>
            <a:xfrm>
              <a:off x="5320111" y="18812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64"/>
            <p:cNvSpPr/>
            <p:nvPr/>
          </p:nvSpPr>
          <p:spPr>
            <a:xfrm>
              <a:off x="5320111" y="22534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64"/>
          <p:cNvGrpSpPr/>
          <p:nvPr/>
        </p:nvGrpSpPr>
        <p:grpSpPr>
          <a:xfrm rot="268623">
            <a:off x="1415388" y="745758"/>
            <a:ext cx="432780" cy="501915"/>
            <a:chOff x="5320111" y="1881293"/>
            <a:chExt cx="470512" cy="545615"/>
          </a:xfrm>
        </p:grpSpPr>
        <p:sp>
          <p:nvSpPr>
            <p:cNvPr id="786" name="Google Shape;786;p64"/>
            <p:cNvSpPr/>
            <p:nvPr/>
          </p:nvSpPr>
          <p:spPr>
            <a:xfrm>
              <a:off x="5587062" y="18812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64"/>
            <p:cNvSpPr/>
            <p:nvPr/>
          </p:nvSpPr>
          <p:spPr>
            <a:xfrm>
              <a:off x="5320111" y="18812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64"/>
            <p:cNvSpPr/>
            <p:nvPr/>
          </p:nvSpPr>
          <p:spPr>
            <a:xfrm>
              <a:off x="5320111" y="22534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9" name="Google Shape;789;p64"/>
          <p:cNvSpPr/>
          <p:nvPr/>
        </p:nvSpPr>
        <p:spPr>
          <a:xfrm>
            <a:off x="3220771" y="1189203"/>
            <a:ext cx="208877" cy="208877"/>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64"/>
          <p:cNvSpPr/>
          <p:nvPr/>
        </p:nvSpPr>
        <p:spPr>
          <a:xfrm>
            <a:off x="3531208" y="980166"/>
            <a:ext cx="283626" cy="283651"/>
          </a:xfrm>
          <a:custGeom>
            <a:avLst/>
            <a:gdLst/>
            <a:ahLst/>
            <a:cxnLst/>
            <a:rect l="l" t="t" r="r" b="b"/>
            <a:pathLst>
              <a:path w="3377" h="3377" extrusionOk="0">
                <a:moveTo>
                  <a:pt x="1753" y="1"/>
                </a:moveTo>
                <a:cubicBezTo>
                  <a:pt x="1096" y="1"/>
                  <a:pt x="504" y="397"/>
                  <a:pt x="253" y="1004"/>
                </a:cubicBezTo>
                <a:cubicBezTo>
                  <a:pt x="1" y="1611"/>
                  <a:pt x="140" y="2309"/>
                  <a:pt x="605" y="2774"/>
                </a:cubicBezTo>
                <a:cubicBezTo>
                  <a:pt x="1069" y="3238"/>
                  <a:pt x="1767" y="3377"/>
                  <a:pt x="2375" y="3126"/>
                </a:cubicBezTo>
                <a:cubicBezTo>
                  <a:pt x="2981" y="2874"/>
                  <a:pt x="3377" y="2281"/>
                  <a:pt x="3377" y="1626"/>
                </a:cubicBezTo>
                <a:cubicBezTo>
                  <a:pt x="3377" y="728"/>
                  <a:pt x="2650" y="1"/>
                  <a:pt x="1753" y="1"/>
                </a:cubicBezTo>
                <a:close/>
                <a:moveTo>
                  <a:pt x="1753" y="1953"/>
                </a:moveTo>
                <a:cubicBezTo>
                  <a:pt x="1460" y="1953"/>
                  <a:pt x="1314" y="1600"/>
                  <a:pt x="1521" y="1393"/>
                </a:cubicBezTo>
                <a:cubicBezTo>
                  <a:pt x="1728" y="1186"/>
                  <a:pt x="2081" y="1332"/>
                  <a:pt x="2081" y="1626"/>
                </a:cubicBezTo>
                <a:cubicBezTo>
                  <a:pt x="2081" y="1806"/>
                  <a:pt x="1934" y="1953"/>
                  <a:pt x="1753" y="1953"/>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1" name="Google Shape;791;p64"/>
          <p:cNvGrpSpPr/>
          <p:nvPr/>
        </p:nvGrpSpPr>
        <p:grpSpPr>
          <a:xfrm>
            <a:off x="7709431" y="4313787"/>
            <a:ext cx="310599" cy="294704"/>
            <a:chOff x="2327131" y="3148937"/>
            <a:chExt cx="310599" cy="294704"/>
          </a:xfrm>
        </p:grpSpPr>
        <p:sp>
          <p:nvSpPr>
            <p:cNvPr id="792" name="Google Shape;792;p64"/>
            <p:cNvSpPr/>
            <p:nvPr/>
          </p:nvSpPr>
          <p:spPr>
            <a:xfrm>
              <a:off x="2374165" y="3148937"/>
              <a:ext cx="263565" cy="242106"/>
            </a:xfrm>
            <a:custGeom>
              <a:avLst/>
              <a:gdLst/>
              <a:ahLst/>
              <a:cxnLst/>
              <a:rect l="l" t="t" r="r" b="b"/>
              <a:pathLst>
                <a:path w="6915" h="6352" extrusionOk="0">
                  <a:moveTo>
                    <a:pt x="0" y="838"/>
                  </a:moveTo>
                  <a:lnTo>
                    <a:pt x="749" y="1"/>
                  </a:lnTo>
                  <a:lnTo>
                    <a:pt x="6914" y="5515"/>
                  </a:lnTo>
                  <a:lnTo>
                    <a:pt x="6165" y="6352"/>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64"/>
            <p:cNvSpPr/>
            <p:nvPr/>
          </p:nvSpPr>
          <p:spPr>
            <a:xfrm>
              <a:off x="2327131" y="3201458"/>
              <a:ext cx="263603" cy="242183"/>
            </a:xfrm>
            <a:custGeom>
              <a:avLst/>
              <a:gdLst/>
              <a:ahLst/>
              <a:cxnLst/>
              <a:rect l="l" t="t" r="r" b="b"/>
              <a:pathLst>
                <a:path w="6916" h="6354" extrusionOk="0">
                  <a:moveTo>
                    <a:pt x="1" y="839"/>
                  </a:moveTo>
                  <a:lnTo>
                    <a:pt x="750" y="1"/>
                  </a:lnTo>
                  <a:lnTo>
                    <a:pt x="6916" y="5516"/>
                  </a:lnTo>
                  <a:lnTo>
                    <a:pt x="6167" y="6353"/>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4" name="Google Shape;794;p64"/>
          <p:cNvGrpSpPr/>
          <p:nvPr/>
        </p:nvGrpSpPr>
        <p:grpSpPr>
          <a:xfrm>
            <a:off x="8154512" y="3986996"/>
            <a:ext cx="274389" cy="287882"/>
            <a:chOff x="2772212" y="2822146"/>
            <a:chExt cx="274389" cy="287882"/>
          </a:xfrm>
        </p:grpSpPr>
        <p:sp>
          <p:nvSpPr>
            <p:cNvPr id="795" name="Google Shape;795;p64"/>
            <p:cNvSpPr/>
            <p:nvPr/>
          </p:nvSpPr>
          <p:spPr>
            <a:xfrm>
              <a:off x="2772212" y="2822146"/>
              <a:ext cx="221829" cy="240887"/>
            </a:xfrm>
            <a:custGeom>
              <a:avLst/>
              <a:gdLst/>
              <a:ahLst/>
              <a:cxnLst/>
              <a:rect l="l" t="t" r="r" b="b"/>
              <a:pathLst>
                <a:path w="5820" h="6320" extrusionOk="0">
                  <a:moveTo>
                    <a:pt x="0" y="5570"/>
                  </a:moveTo>
                  <a:lnTo>
                    <a:pt x="4982" y="0"/>
                  </a:lnTo>
                  <a:lnTo>
                    <a:pt x="5820" y="749"/>
                  </a:lnTo>
                  <a:lnTo>
                    <a:pt x="838" y="6319"/>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64"/>
            <p:cNvSpPr/>
            <p:nvPr/>
          </p:nvSpPr>
          <p:spPr>
            <a:xfrm>
              <a:off x="2824734" y="2869141"/>
              <a:ext cx="221867" cy="240887"/>
            </a:xfrm>
            <a:custGeom>
              <a:avLst/>
              <a:gdLst/>
              <a:ahLst/>
              <a:cxnLst/>
              <a:rect l="l" t="t" r="r" b="b"/>
              <a:pathLst>
                <a:path w="5821" h="6320" extrusionOk="0">
                  <a:moveTo>
                    <a:pt x="1" y="5571"/>
                  </a:moveTo>
                  <a:lnTo>
                    <a:pt x="4984" y="1"/>
                  </a:lnTo>
                  <a:lnTo>
                    <a:pt x="5820" y="750"/>
                  </a:lnTo>
                  <a:lnTo>
                    <a:pt x="838" y="632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66"/>
          <p:cNvSpPr txBox="1">
            <a:spLocks noGrp="1"/>
          </p:cNvSpPr>
          <p:nvPr>
            <p:ph type="title"/>
          </p:nvPr>
        </p:nvSpPr>
        <p:spPr>
          <a:xfrm>
            <a:off x="720000" y="535000"/>
            <a:ext cx="7704000" cy="48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2800" b="1">
                <a:latin typeface="Times New Roman" panose="02020603050405020304" charset="0"/>
                <a:cs typeface="Times New Roman" panose="02020603050405020304" charset="0"/>
              </a:rPr>
              <a:t>COMMON SECURITY VULNERABILITIES</a:t>
            </a:r>
          </a:p>
        </p:txBody>
      </p:sp>
      <p:grpSp>
        <p:nvGrpSpPr>
          <p:cNvPr id="848" name="Google Shape;848;p66"/>
          <p:cNvGrpSpPr/>
          <p:nvPr/>
        </p:nvGrpSpPr>
        <p:grpSpPr>
          <a:xfrm>
            <a:off x="8345706" y="3952239"/>
            <a:ext cx="166385" cy="701016"/>
            <a:chOff x="8668080" y="2328029"/>
            <a:chExt cx="127488" cy="537136"/>
          </a:xfrm>
        </p:grpSpPr>
        <p:sp>
          <p:nvSpPr>
            <p:cNvPr id="849" name="Google Shape;849;p66"/>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66"/>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66"/>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66"/>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66"/>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66"/>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66"/>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66"/>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6"/>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66"/>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6"/>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66"/>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 name="Google Shape;861;p66"/>
          <p:cNvGrpSpPr/>
          <p:nvPr/>
        </p:nvGrpSpPr>
        <p:grpSpPr>
          <a:xfrm>
            <a:off x="631906" y="534989"/>
            <a:ext cx="166385" cy="701016"/>
            <a:chOff x="8668080" y="2328029"/>
            <a:chExt cx="127488" cy="537136"/>
          </a:xfrm>
        </p:grpSpPr>
        <p:sp>
          <p:nvSpPr>
            <p:cNvPr id="862" name="Google Shape;862;p66"/>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66"/>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66"/>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66"/>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66"/>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66"/>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66"/>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66"/>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66"/>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66"/>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66"/>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66"/>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 name="Google Shape;874;p66"/>
          <p:cNvGrpSpPr/>
          <p:nvPr/>
        </p:nvGrpSpPr>
        <p:grpSpPr>
          <a:xfrm>
            <a:off x="479849" y="4147293"/>
            <a:ext cx="470512" cy="545615"/>
            <a:chOff x="5320111" y="1881293"/>
            <a:chExt cx="470512" cy="545615"/>
          </a:xfrm>
        </p:grpSpPr>
        <p:sp>
          <p:nvSpPr>
            <p:cNvPr id="875" name="Google Shape;875;p66"/>
            <p:cNvSpPr/>
            <p:nvPr/>
          </p:nvSpPr>
          <p:spPr>
            <a:xfrm>
              <a:off x="5587062" y="18812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66"/>
            <p:cNvSpPr/>
            <p:nvPr/>
          </p:nvSpPr>
          <p:spPr>
            <a:xfrm>
              <a:off x="5320111" y="18812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66"/>
            <p:cNvSpPr/>
            <p:nvPr/>
          </p:nvSpPr>
          <p:spPr>
            <a:xfrm>
              <a:off x="5320111" y="22534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 name="Google Shape;878;p66"/>
          <p:cNvGrpSpPr/>
          <p:nvPr/>
        </p:nvGrpSpPr>
        <p:grpSpPr>
          <a:xfrm>
            <a:off x="8113589" y="535011"/>
            <a:ext cx="315323" cy="376981"/>
            <a:chOff x="4040314" y="1769061"/>
            <a:chExt cx="315323" cy="376981"/>
          </a:xfrm>
        </p:grpSpPr>
        <p:sp>
          <p:nvSpPr>
            <p:cNvPr id="879" name="Google Shape;879;p66"/>
            <p:cNvSpPr/>
            <p:nvPr/>
          </p:nvSpPr>
          <p:spPr>
            <a:xfrm>
              <a:off x="4040314" y="1769061"/>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66"/>
            <p:cNvSpPr/>
            <p:nvPr/>
          </p:nvSpPr>
          <p:spPr>
            <a:xfrm>
              <a:off x="4060093" y="1890752"/>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6"/>
            <p:cNvSpPr/>
            <p:nvPr/>
          </p:nvSpPr>
          <p:spPr>
            <a:xfrm>
              <a:off x="4040314" y="1769061"/>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 name="Google Shape;882;p66"/>
          <p:cNvGrpSpPr/>
          <p:nvPr/>
        </p:nvGrpSpPr>
        <p:grpSpPr>
          <a:xfrm>
            <a:off x="7780499" y="848897"/>
            <a:ext cx="198233" cy="168803"/>
            <a:chOff x="3080599" y="534997"/>
            <a:chExt cx="198233" cy="168803"/>
          </a:xfrm>
        </p:grpSpPr>
        <p:sp>
          <p:nvSpPr>
            <p:cNvPr id="883" name="Google Shape;883;p66"/>
            <p:cNvSpPr/>
            <p:nvPr/>
          </p:nvSpPr>
          <p:spPr>
            <a:xfrm>
              <a:off x="3080599" y="534997"/>
              <a:ext cx="198233" cy="74328"/>
            </a:xfrm>
            <a:custGeom>
              <a:avLst/>
              <a:gdLst/>
              <a:ahLst/>
              <a:cxnLst/>
              <a:rect l="l" t="t" r="r" b="b"/>
              <a:pathLst>
                <a:path w="5382" h="2018" extrusionOk="0">
                  <a:moveTo>
                    <a:pt x="5382" y="338"/>
                  </a:moveTo>
                  <a:lnTo>
                    <a:pt x="3437" y="2017"/>
                  </a:lnTo>
                  <a:lnTo>
                    <a:pt x="0" y="0"/>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6"/>
            <p:cNvSpPr/>
            <p:nvPr/>
          </p:nvSpPr>
          <p:spPr>
            <a:xfrm>
              <a:off x="3080599" y="534997"/>
              <a:ext cx="126630" cy="168803"/>
            </a:xfrm>
            <a:custGeom>
              <a:avLst/>
              <a:gdLst/>
              <a:ahLst/>
              <a:cxnLst/>
              <a:rect l="l" t="t" r="r" b="b"/>
              <a:pathLst>
                <a:path w="3438" h="4583" extrusionOk="0">
                  <a:moveTo>
                    <a:pt x="0" y="0"/>
                  </a:moveTo>
                  <a:lnTo>
                    <a:pt x="3437" y="2017"/>
                  </a:lnTo>
                  <a:lnTo>
                    <a:pt x="2885" y="4583"/>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66"/>
            <p:cNvSpPr/>
            <p:nvPr/>
          </p:nvSpPr>
          <p:spPr>
            <a:xfrm>
              <a:off x="3186821" y="547446"/>
              <a:ext cx="92008" cy="156354"/>
            </a:xfrm>
            <a:custGeom>
              <a:avLst/>
              <a:gdLst/>
              <a:ahLst/>
              <a:cxnLst/>
              <a:rect l="l" t="t" r="r" b="b"/>
              <a:pathLst>
                <a:path w="2498" h="4245" extrusionOk="0">
                  <a:moveTo>
                    <a:pt x="1" y="4245"/>
                  </a:moveTo>
                  <a:lnTo>
                    <a:pt x="553" y="1679"/>
                  </a:lnTo>
                  <a:lnTo>
                    <a:pt x="2498" y="0"/>
                  </a:lnTo>
                  <a:lnTo>
                    <a:pt x="2043" y="2536"/>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 name="Google Shape;886;p66"/>
          <p:cNvGrpSpPr/>
          <p:nvPr/>
        </p:nvGrpSpPr>
        <p:grpSpPr>
          <a:xfrm>
            <a:off x="519042" y="3984749"/>
            <a:ext cx="200951" cy="162552"/>
            <a:chOff x="5095817" y="961574"/>
            <a:chExt cx="200951" cy="162552"/>
          </a:xfrm>
        </p:grpSpPr>
        <p:sp>
          <p:nvSpPr>
            <p:cNvPr id="887" name="Google Shape;887;p66"/>
            <p:cNvSpPr/>
            <p:nvPr/>
          </p:nvSpPr>
          <p:spPr>
            <a:xfrm>
              <a:off x="5095817" y="961574"/>
              <a:ext cx="131495" cy="161965"/>
            </a:xfrm>
            <a:custGeom>
              <a:avLst/>
              <a:gdLst/>
              <a:ahLst/>
              <a:cxnLst/>
              <a:rect l="l" t="t" r="r" b="b"/>
              <a:pathLst>
                <a:path w="3582" h="4412" extrusionOk="0">
                  <a:moveTo>
                    <a:pt x="3200" y="0"/>
                  </a:moveTo>
                  <a:lnTo>
                    <a:pt x="3582" y="2568"/>
                  </a:lnTo>
                  <a:lnTo>
                    <a:pt x="0" y="4412"/>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66"/>
            <p:cNvSpPr/>
            <p:nvPr/>
          </p:nvSpPr>
          <p:spPr>
            <a:xfrm>
              <a:off x="5095817" y="1055844"/>
              <a:ext cx="200951" cy="68281"/>
            </a:xfrm>
            <a:custGeom>
              <a:avLst/>
              <a:gdLst/>
              <a:ahLst/>
              <a:cxnLst/>
              <a:rect l="l" t="t" r="r" b="b"/>
              <a:pathLst>
                <a:path w="5474" h="1860" extrusionOk="0">
                  <a:moveTo>
                    <a:pt x="0" y="1844"/>
                  </a:moveTo>
                  <a:lnTo>
                    <a:pt x="3582" y="0"/>
                  </a:lnTo>
                  <a:lnTo>
                    <a:pt x="5473" y="186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66"/>
            <p:cNvSpPr/>
            <p:nvPr/>
          </p:nvSpPr>
          <p:spPr>
            <a:xfrm>
              <a:off x="5213250" y="961574"/>
              <a:ext cx="83515" cy="162552"/>
            </a:xfrm>
            <a:custGeom>
              <a:avLst/>
              <a:gdLst/>
              <a:ahLst/>
              <a:cxnLst/>
              <a:rect l="l" t="t" r="r" b="b"/>
              <a:pathLst>
                <a:path w="2275" h="4428" extrusionOk="0">
                  <a:moveTo>
                    <a:pt x="2274" y="4428"/>
                  </a:moveTo>
                  <a:lnTo>
                    <a:pt x="383" y="2568"/>
                  </a:lnTo>
                  <a:lnTo>
                    <a:pt x="1" y="0"/>
                  </a:lnTo>
                  <a:lnTo>
                    <a:pt x="1920" y="1759"/>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0" name="Google Shape;890;p66"/>
          <p:cNvSpPr/>
          <p:nvPr/>
        </p:nvSpPr>
        <p:spPr>
          <a:xfrm>
            <a:off x="8113596" y="2655878"/>
            <a:ext cx="208877" cy="208877"/>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1" name="Google Shape;891;p66"/>
          <p:cNvGrpSpPr/>
          <p:nvPr/>
        </p:nvGrpSpPr>
        <p:grpSpPr>
          <a:xfrm>
            <a:off x="145506" y="1635387"/>
            <a:ext cx="310599" cy="294704"/>
            <a:chOff x="2327131" y="3148937"/>
            <a:chExt cx="310599" cy="294704"/>
          </a:xfrm>
        </p:grpSpPr>
        <p:sp>
          <p:nvSpPr>
            <p:cNvPr id="892" name="Google Shape;892;p66"/>
            <p:cNvSpPr/>
            <p:nvPr/>
          </p:nvSpPr>
          <p:spPr>
            <a:xfrm>
              <a:off x="2374165" y="3148937"/>
              <a:ext cx="263565" cy="242106"/>
            </a:xfrm>
            <a:custGeom>
              <a:avLst/>
              <a:gdLst/>
              <a:ahLst/>
              <a:cxnLst/>
              <a:rect l="l" t="t" r="r" b="b"/>
              <a:pathLst>
                <a:path w="6915" h="6352" extrusionOk="0">
                  <a:moveTo>
                    <a:pt x="0" y="838"/>
                  </a:moveTo>
                  <a:lnTo>
                    <a:pt x="749" y="1"/>
                  </a:lnTo>
                  <a:lnTo>
                    <a:pt x="6914" y="5515"/>
                  </a:lnTo>
                  <a:lnTo>
                    <a:pt x="6165" y="6352"/>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6"/>
            <p:cNvSpPr/>
            <p:nvPr/>
          </p:nvSpPr>
          <p:spPr>
            <a:xfrm>
              <a:off x="2327131" y="3201458"/>
              <a:ext cx="263603" cy="242183"/>
            </a:xfrm>
            <a:custGeom>
              <a:avLst/>
              <a:gdLst/>
              <a:ahLst/>
              <a:cxnLst/>
              <a:rect l="l" t="t" r="r" b="b"/>
              <a:pathLst>
                <a:path w="6916" h="6354" extrusionOk="0">
                  <a:moveTo>
                    <a:pt x="1" y="839"/>
                  </a:moveTo>
                  <a:lnTo>
                    <a:pt x="750" y="1"/>
                  </a:lnTo>
                  <a:lnTo>
                    <a:pt x="6916" y="5516"/>
                  </a:lnTo>
                  <a:lnTo>
                    <a:pt x="6167" y="6353"/>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Box 4"/>
          <p:cNvSpPr txBox="1"/>
          <p:nvPr/>
        </p:nvSpPr>
        <p:spPr>
          <a:xfrm>
            <a:off x="1187450" y="1563370"/>
            <a:ext cx="5909945" cy="2553335"/>
          </a:xfrm>
          <a:prstGeom prst="rect">
            <a:avLst/>
          </a:prstGeom>
          <a:noFill/>
        </p:spPr>
        <p:txBody>
          <a:bodyPr wrap="square" rtlCol="0">
            <a:spAutoFit/>
          </a:bodyPr>
          <a:lstStyle/>
          <a:p>
            <a:pPr marL="457200" indent="-457200">
              <a:buClr>
                <a:srgbClr val="FFFFFF"/>
              </a:buClr>
              <a:buFont typeface="Wingdings" panose="05000000000000000000" charset="0"/>
              <a:buChar char="Ø"/>
            </a:pPr>
            <a:r>
              <a:rPr lang="en-US" sz="3200">
                <a:solidFill>
                  <a:schemeClr val="tx2"/>
                </a:solidFill>
                <a:latin typeface="Times New Roman" panose="02020603050405020304" charset="0"/>
                <a:cs typeface="Times New Roman" panose="02020603050405020304" charset="0"/>
                <a:sym typeface="+mn-ea"/>
              </a:rPr>
              <a:t>Weak authentication mechanisms</a:t>
            </a:r>
            <a:endParaRPr lang="en-US" sz="3200">
              <a:solidFill>
                <a:schemeClr val="tx2"/>
              </a:solidFill>
              <a:latin typeface="Times New Roman" panose="02020603050405020304" charset="0"/>
              <a:cs typeface="Times New Roman" panose="02020603050405020304" charset="0"/>
            </a:endParaRPr>
          </a:p>
          <a:p>
            <a:pPr marL="457200" indent="-457200">
              <a:buClr>
                <a:srgbClr val="FFFFFF"/>
              </a:buClr>
              <a:buFont typeface="Wingdings" panose="05000000000000000000" charset="0"/>
              <a:buChar char="Ø"/>
            </a:pPr>
            <a:r>
              <a:rPr lang="en-US" sz="3200">
                <a:solidFill>
                  <a:schemeClr val="tx2"/>
                </a:solidFill>
                <a:latin typeface="Times New Roman" panose="02020603050405020304" charset="0"/>
                <a:cs typeface="Times New Roman" panose="02020603050405020304" charset="0"/>
                <a:sym typeface="+mn-ea"/>
              </a:rPr>
              <a:t>Insecure network services</a:t>
            </a:r>
            <a:endParaRPr lang="en-US" sz="3200">
              <a:solidFill>
                <a:schemeClr val="tx2"/>
              </a:solidFill>
              <a:latin typeface="Times New Roman" panose="02020603050405020304" charset="0"/>
              <a:cs typeface="Times New Roman" panose="02020603050405020304" charset="0"/>
            </a:endParaRPr>
          </a:p>
          <a:p>
            <a:pPr marL="457200" indent="-457200">
              <a:buClr>
                <a:srgbClr val="FFFFFF"/>
              </a:buClr>
              <a:buFont typeface="Wingdings" panose="05000000000000000000" charset="0"/>
              <a:buChar char="Ø"/>
            </a:pPr>
            <a:r>
              <a:rPr lang="en-US" sz="3200">
                <a:solidFill>
                  <a:schemeClr val="tx2"/>
                </a:solidFill>
                <a:latin typeface="Times New Roman" panose="02020603050405020304" charset="0"/>
                <a:cs typeface="Times New Roman" panose="02020603050405020304" charset="0"/>
                <a:sym typeface="+mn-ea"/>
              </a:rPr>
              <a:t>Lack of encryption</a:t>
            </a:r>
            <a:endParaRPr lang="en-US" sz="3200">
              <a:solidFill>
                <a:schemeClr val="tx2"/>
              </a:solidFill>
              <a:latin typeface="Times New Roman" panose="02020603050405020304" charset="0"/>
              <a:cs typeface="Times New Roman" panose="02020603050405020304" charset="0"/>
            </a:endParaRPr>
          </a:p>
          <a:p>
            <a:pPr marL="457200" indent="-457200">
              <a:buClr>
                <a:srgbClr val="FFFFFF"/>
              </a:buClr>
              <a:buFont typeface="Wingdings" panose="05000000000000000000" charset="0"/>
              <a:buChar char="Ø"/>
            </a:pPr>
            <a:r>
              <a:rPr lang="en-US" sz="3200">
                <a:solidFill>
                  <a:schemeClr val="tx2"/>
                </a:solidFill>
                <a:latin typeface="Times New Roman" panose="02020603050405020304" charset="0"/>
                <a:cs typeface="Times New Roman" panose="02020603050405020304" charset="0"/>
                <a:sym typeface="+mn-ea"/>
              </a:rPr>
              <a:t>Inadequate software updates</a:t>
            </a:r>
            <a:endParaRPr lang="en-US" sz="3200">
              <a:ln>
                <a:noFill/>
              </a:ln>
              <a:solidFill>
                <a:schemeClr val="tx2"/>
              </a:solidFill>
              <a:latin typeface="Times New Roman" panose="02020603050405020304" charset="0"/>
              <a:cs typeface="Times New Roman" panose="02020603050405020304"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903" name="Google Shape;903;p67"/>
          <p:cNvSpPr txBox="1">
            <a:spLocks noGrp="1"/>
          </p:cNvSpPr>
          <p:nvPr>
            <p:ph type="subTitle" idx="4"/>
          </p:nvPr>
        </p:nvSpPr>
        <p:spPr>
          <a:xfrm>
            <a:off x="1259840" y="1087755"/>
            <a:ext cx="6035675" cy="333248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Wingdings" panose="05000000000000000000" charset="0"/>
              <a:buChar char="Ø"/>
            </a:pPr>
            <a:r>
              <a:rPr lang="en-US" altLang="en-GB" sz="2800">
                <a:latin typeface="Times New Roman" panose="02020603050405020304" charset="0"/>
                <a:cs typeface="Times New Roman" panose="02020603050405020304" charset="0"/>
              </a:rPr>
              <a:t>Data breaches and privacy issues.</a:t>
            </a:r>
          </a:p>
          <a:p>
            <a:pPr marL="285750" lvl="0" indent="-285750" algn="l" rtl="0">
              <a:spcBef>
                <a:spcPts val="0"/>
              </a:spcBef>
              <a:spcAft>
                <a:spcPts val="0"/>
              </a:spcAft>
              <a:buFont typeface="Wingdings" panose="05000000000000000000" charset="0"/>
              <a:buChar char="Ø"/>
            </a:pPr>
            <a:r>
              <a:rPr lang="en-US" altLang="en-GB" sz="2800">
                <a:latin typeface="Times New Roman" panose="02020603050405020304" charset="0"/>
                <a:cs typeface="Times New Roman" panose="02020603050405020304" charset="0"/>
              </a:rPr>
              <a:t>Unauthorized access and control.</a:t>
            </a:r>
          </a:p>
          <a:p>
            <a:pPr marL="285750" lvl="0" indent="-285750" algn="l" rtl="0">
              <a:spcBef>
                <a:spcPts val="0"/>
              </a:spcBef>
              <a:spcAft>
                <a:spcPts val="0"/>
              </a:spcAft>
              <a:buFont typeface="Wingdings" panose="05000000000000000000" charset="0"/>
              <a:buChar char="Ø"/>
            </a:pPr>
            <a:r>
              <a:rPr lang="en-US" altLang="en-GB" sz="2800">
                <a:latin typeface="Times New Roman" panose="02020603050405020304" charset="0"/>
                <a:cs typeface="Times New Roman" panose="02020603050405020304" charset="0"/>
              </a:rPr>
              <a:t>Service disruptions.</a:t>
            </a:r>
          </a:p>
          <a:p>
            <a:pPr marL="285750" lvl="0" indent="-285750" algn="l" rtl="0">
              <a:spcBef>
                <a:spcPts val="0"/>
              </a:spcBef>
              <a:spcAft>
                <a:spcPts val="0"/>
              </a:spcAft>
              <a:buFont typeface="Wingdings" panose="05000000000000000000" charset="0"/>
              <a:buChar char="Ø"/>
            </a:pPr>
            <a:r>
              <a:rPr lang="en-US" altLang="en-GB" sz="2800">
                <a:latin typeface="Times New Roman" panose="02020603050405020304" charset="0"/>
                <a:cs typeface="Times New Roman" panose="02020603050405020304" charset="0"/>
              </a:rPr>
              <a:t>Financial losses.</a:t>
            </a:r>
          </a:p>
        </p:txBody>
      </p:sp>
      <p:sp>
        <p:nvSpPr>
          <p:cNvPr id="906" name="Google Shape;906;p67"/>
          <p:cNvSpPr txBox="1">
            <a:spLocks noGrp="1"/>
          </p:cNvSpPr>
          <p:nvPr>
            <p:ph type="title"/>
          </p:nvPr>
        </p:nvSpPr>
        <p:spPr>
          <a:xfrm>
            <a:off x="720000" y="535000"/>
            <a:ext cx="7704000" cy="48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latin typeface="Times New Roman" panose="02020603050405020304" charset="0"/>
                <a:cs typeface="Times New Roman" panose="02020603050405020304" charset="0"/>
              </a:rPr>
              <a:t>POTENTIAL RISKS AND IMPACTS</a:t>
            </a:r>
          </a:p>
        </p:txBody>
      </p:sp>
      <p:grpSp>
        <p:nvGrpSpPr>
          <p:cNvPr id="907" name="Google Shape;907;p67"/>
          <p:cNvGrpSpPr/>
          <p:nvPr/>
        </p:nvGrpSpPr>
        <p:grpSpPr>
          <a:xfrm>
            <a:off x="713248" y="3676646"/>
            <a:ext cx="1409274" cy="840739"/>
            <a:chOff x="996540" y="923919"/>
            <a:chExt cx="1062000" cy="633564"/>
          </a:xfrm>
        </p:grpSpPr>
        <p:sp>
          <p:nvSpPr>
            <p:cNvPr id="908" name="Google Shape;908;p67"/>
            <p:cNvSpPr/>
            <p:nvPr/>
          </p:nvSpPr>
          <p:spPr>
            <a:xfrm rot="900436">
              <a:off x="1016614" y="1109088"/>
              <a:ext cx="1021852" cy="289484"/>
            </a:xfrm>
            <a:prstGeom prst="donut">
              <a:avLst>
                <a:gd name="adj" fmla="val 3768"/>
              </a:avLst>
            </a:prstGeom>
            <a:gradFill>
              <a:gsLst>
                <a:gs pos="0">
                  <a:srgbClr val="FFECCD"/>
                </a:gs>
                <a:gs pos="100000">
                  <a:srgbClr val="FAB950"/>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9" name="Google Shape;909;p67"/>
            <p:cNvGrpSpPr/>
            <p:nvPr/>
          </p:nvGrpSpPr>
          <p:grpSpPr>
            <a:xfrm rot="10623523">
              <a:off x="1215800" y="939529"/>
              <a:ext cx="623884" cy="602344"/>
              <a:chOff x="5611437" y="1091819"/>
              <a:chExt cx="822958" cy="794546"/>
            </a:xfrm>
          </p:grpSpPr>
          <p:sp>
            <p:nvSpPr>
              <p:cNvPr id="910" name="Google Shape;910;p67"/>
              <p:cNvSpPr/>
              <p:nvPr/>
            </p:nvSpPr>
            <p:spPr>
              <a:xfrm>
                <a:off x="5975263" y="1091819"/>
                <a:ext cx="459132" cy="684421"/>
              </a:xfrm>
              <a:custGeom>
                <a:avLst/>
                <a:gdLst/>
                <a:ahLst/>
                <a:cxnLst/>
                <a:rect l="l" t="t" r="r" b="b"/>
                <a:pathLst>
                  <a:path w="12507" h="18644" extrusionOk="0">
                    <a:moveTo>
                      <a:pt x="8208" y="18644"/>
                    </a:moveTo>
                    <a:lnTo>
                      <a:pt x="12506" y="8720"/>
                    </a:lnTo>
                    <a:lnTo>
                      <a:pt x="4300" y="1"/>
                    </a:lnTo>
                    <a:lnTo>
                      <a:pt x="1" y="9924"/>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67"/>
              <p:cNvSpPr/>
              <p:nvPr/>
            </p:nvSpPr>
            <p:spPr>
              <a:xfrm>
                <a:off x="5611437" y="1454839"/>
                <a:ext cx="666507" cy="431526"/>
              </a:xfrm>
              <a:custGeom>
                <a:avLst/>
                <a:gdLst/>
                <a:ahLst/>
                <a:cxnLst/>
                <a:rect l="l" t="t" r="r" b="b"/>
                <a:pathLst>
                  <a:path w="18156" h="11755" extrusionOk="0">
                    <a:moveTo>
                      <a:pt x="18156" y="8720"/>
                    </a:moveTo>
                    <a:lnTo>
                      <a:pt x="8206" y="11754"/>
                    </a:lnTo>
                    <a:lnTo>
                      <a:pt x="0" y="3035"/>
                    </a:lnTo>
                    <a:lnTo>
                      <a:pt x="9950" y="1"/>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67"/>
              <p:cNvSpPr/>
              <p:nvPr/>
            </p:nvSpPr>
            <p:spPr>
              <a:xfrm>
                <a:off x="5611437" y="1091819"/>
                <a:ext cx="521723" cy="474477"/>
              </a:xfrm>
              <a:custGeom>
                <a:avLst/>
                <a:gdLst/>
                <a:ahLst/>
                <a:cxnLst/>
                <a:rect l="l" t="t" r="r" b="b"/>
                <a:pathLst>
                  <a:path w="14212" h="12925" extrusionOk="0">
                    <a:moveTo>
                      <a:pt x="14211" y="1"/>
                    </a:moveTo>
                    <a:lnTo>
                      <a:pt x="4252" y="3250"/>
                    </a:lnTo>
                    <a:lnTo>
                      <a:pt x="0" y="12924"/>
                    </a:lnTo>
                    <a:lnTo>
                      <a:pt x="9950" y="9890"/>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3" name="Google Shape;913;p67"/>
            <p:cNvSpPr/>
            <p:nvPr/>
          </p:nvSpPr>
          <p:spPr>
            <a:xfrm>
              <a:off x="1854658" y="1188193"/>
              <a:ext cx="131317" cy="131317"/>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67"/>
            <p:cNvSpPr/>
            <p:nvPr/>
          </p:nvSpPr>
          <p:spPr>
            <a:xfrm>
              <a:off x="1044120" y="1175093"/>
              <a:ext cx="131317" cy="131317"/>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5" name="Google Shape;915;p67"/>
          <p:cNvGrpSpPr/>
          <p:nvPr/>
        </p:nvGrpSpPr>
        <p:grpSpPr>
          <a:xfrm>
            <a:off x="7232561" y="1017701"/>
            <a:ext cx="1550147" cy="1546992"/>
            <a:chOff x="7193640" y="535000"/>
            <a:chExt cx="1450362" cy="1447410"/>
          </a:xfrm>
        </p:grpSpPr>
        <p:sp>
          <p:nvSpPr>
            <p:cNvPr id="916" name="Google Shape;916;p67"/>
            <p:cNvSpPr/>
            <p:nvPr/>
          </p:nvSpPr>
          <p:spPr>
            <a:xfrm>
              <a:off x="8222280" y="600283"/>
              <a:ext cx="179093" cy="1316756"/>
            </a:xfrm>
            <a:custGeom>
              <a:avLst/>
              <a:gdLst/>
              <a:ahLst/>
              <a:cxnLst/>
              <a:rect l="l" t="t" r="r" b="b"/>
              <a:pathLst>
                <a:path w="2052" h="15087" extrusionOk="0">
                  <a:moveTo>
                    <a:pt x="2052" y="13741"/>
                  </a:moveTo>
                  <a:lnTo>
                    <a:pt x="2052" y="1347"/>
                  </a:lnTo>
                  <a:cubicBezTo>
                    <a:pt x="1438" y="799"/>
                    <a:pt x="747" y="346"/>
                    <a:pt x="0" y="0"/>
                  </a:cubicBezTo>
                  <a:lnTo>
                    <a:pt x="0" y="15087"/>
                  </a:lnTo>
                  <a:cubicBezTo>
                    <a:pt x="747" y="14742"/>
                    <a:pt x="1438" y="14288"/>
                    <a:pt x="2052" y="13741"/>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67"/>
            <p:cNvSpPr/>
            <p:nvPr/>
          </p:nvSpPr>
          <p:spPr>
            <a:xfrm>
              <a:off x="7960276" y="535000"/>
              <a:ext cx="179093" cy="1447323"/>
            </a:xfrm>
            <a:custGeom>
              <a:avLst/>
              <a:gdLst/>
              <a:ahLst/>
              <a:cxnLst/>
              <a:rect l="l" t="t" r="r" b="b"/>
              <a:pathLst>
                <a:path w="2052" h="16583" extrusionOk="0">
                  <a:moveTo>
                    <a:pt x="2052" y="16205"/>
                  </a:moveTo>
                  <a:lnTo>
                    <a:pt x="2052" y="378"/>
                  </a:lnTo>
                  <a:cubicBezTo>
                    <a:pt x="1387" y="166"/>
                    <a:pt x="697" y="40"/>
                    <a:pt x="0" y="0"/>
                  </a:cubicBezTo>
                  <a:lnTo>
                    <a:pt x="0" y="16583"/>
                  </a:lnTo>
                  <a:cubicBezTo>
                    <a:pt x="697" y="16544"/>
                    <a:pt x="1387" y="16417"/>
                    <a:pt x="2052" y="1620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67"/>
            <p:cNvSpPr/>
            <p:nvPr/>
          </p:nvSpPr>
          <p:spPr>
            <a:xfrm>
              <a:off x="8484197" y="805295"/>
              <a:ext cx="159805" cy="906726"/>
            </a:xfrm>
            <a:custGeom>
              <a:avLst/>
              <a:gdLst/>
              <a:ahLst/>
              <a:cxnLst/>
              <a:rect l="l" t="t" r="r" b="b"/>
              <a:pathLst>
                <a:path w="1831" h="10389" extrusionOk="0">
                  <a:moveTo>
                    <a:pt x="1828" y="5195"/>
                  </a:moveTo>
                  <a:cubicBezTo>
                    <a:pt x="1830" y="3305"/>
                    <a:pt x="1185" y="1472"/>
                    <a:pt x="1" y="1"/>
                  </a:cubicBezTo>
                  <a:lnTo>
                    <a:pt x="1" y="10388"/>
                  </a:lnTo>
                  <a:cubicBezTo>
                    <a:pt x="1186" y="8917"/>
                    <a:pt x="1830" y="7084"/>
                    <a:pt x="1828"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67"/>
            <p:cNvSpPr/>
            <p:nvPr/>
          </p:nvSpPr>
          <p:spPr>
            <a:xfrm>
              <a:off x="7193640" y="805295"/>
              <a:ext cx="159631" cy="906726"/>
            </a:xfrm>
            <a:custGeom>
              <a:avLst/>
              <a:gdLst/>
              <a:ahLst/>
              <a:cxnLst/>
              <a:rect l="l" t="t" r="r" b="b"/>
              <a:pathLst>
                <a:path w="1829" h="10389" extrusionOk="0">
                  <a:moveTo>
                    <a:pt x="3" y="5195"/>
                  </a:moveTo>
                  <a:cubicBezTo>
                    <a:pt x="1" y="7084"/>
                    <a:pt x="645" y="8917"/>
                    <a:pt x="1829" y="10388"/>
                  </a:cubicBezTo>
                  <a:lnTo>
                    <a:pt x="1829" y="1"/>
                  </a:lnTo>
                  <a:cubicBezTo>
                    <a:pt x="645" y="1472"/>
                    <a:pt x="1" y="3305"/>
                    <a:pt x="3" y="5195"/>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67"/>
            <p:cNvSpPr/>
            <p:nvPr/>
          </p:nvSpPr>
          <p:spPr>
            <a:xfrm>
              <a:off x="7698272" y="535000"/>
              <a:ext cx="179093" cy="1447410"/>
            </a:xfrm>
            <a:custGeom>
              <a:avLst/>
              <a:gdLst/>
              <a:ahLst/>
              <a:cxnLst/>
              <a:rect l="l" t="t" r="r" b="b"/>
              <a:pathLst>
                <a:path w="2052" h="16584" extrusionOk="0">
                  <a:moveTo>
                    <a:pt x="2052" y="16584"/>
                  </a:moveTo>
                  <a:lnTo>
                    <a:pt x="2052" y="0"/>
                  </a:lnTo>
                  <a:cubicBezTo>
                    <a:pt x="1355" y="40"/>
                    <a:pt x="665" y="166"/>
                    <a:pt x="0" y="379"/>
                  </a:cubicBezTo>
                  <a:lnTo>
                    <a:pt x="0" y="16205"/>
                  </a:lnTo>
                  <a:cubicBezTo>
                    <a:pt x="665" y="16418"/>
                    <a:pt x="1355" y="16545"/>
                    <a:pt x="2052" y="16584"/>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67"/>
            <p:cNvSpPr/>
            <p:nvPr/>
          </p:nvSpPr>
          <p:spPr>
            <a:xfrm>
              <a:off x="7436268" y="600283"/>
              <a:ext cx="179093" cy="1316756"/>
            </a:xfrm>
            <a:custGeom>
              <a:avLst/>
              <a:gdLst/>
              <a:ahLst/>
              <a:cxnLst/>
              <a:rect l="l" t="t" r="r" b="b"/>
              <a:pathLst>
                <a:path w="2052" h="15087" extrusionOk="0">
                  <a:moveTo>
                    <a:pt x="0" y="13741"/>
                  </a:moveTo>
                  <a:cubicBezTo>
                    <a:pt x="614" y="14288"/>
                    <a:pt x="1305" y="14742"/>
                    <a:pt x="2052" y="15087"/>
                  </a:cubicBezTo>
                  <a:lnTo>
                    <a:pt x="2052" y="0"/>
                  </a:lnTo>
                  <a:cubicBezTo>
                    <a:pt x="1305" y="346"/>
                    <a:pt x="614" y="799"/>
                    <a:pt x="0" y="1347"/>
                  </a:cubicBezTo>
                  <a:close/>
                </a:path>
              </a:pathLst>
            </a:custGeom>
            <a:gradFill>
              <a:gsLst>
                <a:gs pos="0">
                  <a:srgbClr val="FFFFFF">
                    <a:alpha val="0"/>
                    <a:alpha val="28130"/>
                  </a:srgbClr>
                </a:gs>
                <a:gs pos="100000">
                  <a:srgbClr val="FFFFFF">
                    <a:alpha val="28235"/>
                    <a:alpha val="2813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67"/>
          <p:cNvGrpSpPr/>
          <p:nvPr/>
        </p:nvGrpSpPr>
        <p:grpSpPr>
          <a:xfrm>
            <a:off x="8345659" y="2063800"/>
            <a:ext cx="968928" cy="218950"/>
            <a:chOff x="2297800" y="638425"/>
            <a:chExt cx="758100" cy="218950"/>
          </a:xfrm>
        </p:grpSpPr>
        <p:sp>
          <p:nvSpPr>
            <p:cNvPr id="923" name="Google Shape;923;p67"/>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67"/>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67"/>
          <p:cNvGrpSpPr/>
          <p:nvPr/>
        </p:nvGrpSpPr>
        <p:grpSpPr>
          <a:xfrm rot="10800000">
            <a:off x="-151416" y="3247325"/>
            <a:ext cx="968928" cy="218950"/>
            <a:chOff x="2297800" y="638425"/>
            <a:chExt cx="758100" cy="218950"/>
          </a:xfrm>
        </p:grpSpPr>
        <p:sp>
          <p:nvSpPr>
            <p:cNvPr id="926" name="Google Shape;926;p67"/>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67"/>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8" name="Google Shape;928;p67"/>
          <p:cNvSpPr/>
          <p:nvPr/>
        </p:nvSpPr>
        <p:spPr>
          <a:xfrm>
            <a:off x="6944728" y="1196720"/>
            <a:ext cx="591457" cy="591457"/>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3"/>
                                        </p:tgtEl>
                                        <p:attrNameLst>
                                          <p:attrName>style.visibility</p:attrName>
                                        </p:attrNameLst>
                                      </p:cBhvr>
                                      <p:to>
                                        <p:strVal val="visible"/>
                                      </p:to>
                                    </p:set>
                                    <p:animEffect transition="in" filter="fade">
                                      <p:cBhvr>
                                        <p:cTn id="7" dur="1000"/>
                                        <p:tgtEl>
                                          <p:spTgt spid="90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07"/>
                                        </p:tgtEl>
                                        <p:attrNameLst>
                                          <p:attrName>style.visibility</p:attrName>
                                        </p:attrNameLst>
                                      </p:cBhvr>
                                      <p:to>
                                        <p:strVal val="visible"/>
                                      </p:to>
                                    </p:set>
                                    <p:animEffect transition="in" filter="fade">
                                      <p:cBhvr>
                                        <p:cTn id="11" dur="1000"/>
                                        <p:tgtEl>
                                          <p:spTgt spid="907"/>
                                        </p:tgtEl>
                                      </p:cBhvr>
                                    </p:animEffect>
                                  </p:childTnLst>
                                </p:cTn>
                              </p:par>
                              <p:par>
                                <p:cTn id="12" presetID="10" presetClass="entr" presetSubtype="0" fill="hold" nodeType="withEffect">
                                  <p:stCondLst>
                                    <p:cond delay="0"/>
                                  </p:stCondLst>
                                  <p:childTnLst>
                                    <p:set>
                                      <p:cBhvr>
                                        <p:cTn id="13" dur="1" fill="hold">
                                          <p:stCondLst>
                                            <p:cond delay="0"/>
                                          </p:stCondLst>
                                        </p:cTn>
                                        <p:tgtEl>
                                          <p:spTgt spid="922"/>
                                        </p:tgtEl>
                                        <p:attrNameLst>
                                          <p:attrName>style.visibility</p:attrName>
                                        </p:attrNameLst>
                                      </p:cBhvr>
                                      <p:to>
                                        <p:strVal val="visible"/>
                                      </p:to>
                                    </p:set>
                                    <p:animEffect transition="in" filter="fade">
                                      <p:cBhvr>
                                        <p:cTn id="14" dur="1000"/>
                                        <p:tgtEl>
                                          <p:spTgt spid="922"/>
                                        </p:tgtEl>
                                      </p:cBhvr>
                                    </p:animEffect>
                                  </p:childTnLst>
                                </p:cTn>
                              </p:par>
                              <p:par>
                                <p:cTn id="15" presetID="10" presetClass="entr" presetSubtype="0" fill="hold" nodeType="withEffect">
                                  <p:stCondLst>
                                    <p:cond delay="0"/>
                                  </p:stCondLst>
                                  <p:childTnLst>
                                    <p:set>
                                      <p:cBhvr>
                                        <p:cTn id="16" dur="1" fill="hold">
                                          <p:stCondLst>
                                            <p:cond delay="0"/>
                                          </p:stCondLst>
                                        </p:cTn>
                                        <p:tgtEl>
                                          <p:spTgt spid="925"/>
                                        </p:tgtEl>
                                        <p:attrNameLst>
                                          <p:attrName>style.visibility</p:attrName>
                                        </p:attrNameLst>
                                      </p:cBhvr>
                                      <p:to>
                                        <p:strVal val="visible"/>
                                      </p:to>
                                    </p:set>
                                    <p:animEffect transition="in" filter="fade">
                                      <p:cBhvr>
                                        <p:cTn id="17" dur="1000"/>
                                        <p:tgtEl>
                                          <p:spTgt spid="925"/>
                                        </p:tgtEl>
                                      </p:cBhvr>
                                    </p:animEffect>
                                  </p:childTnLst>
                                </p:cTn>
                              </p:par>
                              <p:par>
                                <p:cTn id="18" presetID="10" presetClass="entr" presetSubtype="0" fill="hold" nodeType="withEffect">
                                  <p:stCondLst>
                                    <p:cond delay="0"/>
                                  </p:stCondLst>
                                  <p:childTnLst>
                                    <p:set>
                                      <p:cBhvr>
                                        <p:cTn id="19" dur="1" fill="hold">
                                          <p:stCondLst>
                                            <p:cond delay="0"/>
                                          </p:stCondLst>
                                        </p:cTn>
                                        <p:tgtEl>
                                          <p:spTgt spid="928"/>
                                        </p:tgtEl>
                                        <p:attrNameLst>
                                          <p:attrName>style.visibility</p:attrName>
                                        </p:attrNameLst>
                                      </p:cBhvr>
                                      <p:to>
                                        <p:strVal val="visible"/>
                                      </p:to>
                                    </p:set>
                                    <p:animEffect transition="in" filter="fade">
                                      <p:cBhvr>
                                        <p:cTn id="20" dur="1000"/>
                                        <p:tgtEl>
                                          <p:spTgt spid="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68"/>
          <p:cNvSpPr txBox="1">
            <a:spLocks noGrp="1"/>
          </p:cNvSpPr>
          <p:nvPr>
            <p:ph type="title" idx="6"/>
          </p:nvPr>
        </p:nvSpPr>
        <p:spPr>
          <a:xfrm>
            <a:off x="611415" y="936150"/>
            <a:ext cx="7704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latin typeface="Times New Roman" panose="02020603050405020304" charset="0"/>
                <a:cs typeface="Times New Roman" panose="02020603050405020304" charset="0"/>
              </a:rPr>
              <a:t>STRATEGIES FOR SECURING IOT</a:t>
            </a:r>
          </a:p>
        </p:txBody>
      </p:sp>
      <p:sp>
        <p:nvSpPr>
          <p:cNvPr id="956" name="Google Shape;956;p68"/>
          <p:cNvSpPr txBox="1">
            <a:spLocks noGrp="1"/>
          </p:cNvSpPr>
          <p:nvPr>
            <p:ph type="subTitle" idx="1"/>
          </p:nvPr>
        </p:nvSpPr>
        <p:spPr>
          <a:xfrm>
            <a:off x="720090" y="1518285"/>
            <a:ext cx="7262495" cy="2681605"/>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Wingdings" panose="05000000000000000000" charset="0"/>
              <a:buChar char="Ø"/>
            </a:pPr>
            <a:r>
              <a:rPr lang="en-US" altLang="en-GB" sz="3200">
                <a:latin typeface="Times New Roman" panose="02020603050405020304" charset="0"/>
                <a:cs typeface="Times New Roman" panose="02020603050405020304" charset="0"/>
              </a:rPr>
              <a:t>Implement strong authentication.</a:t>
            </a:r>
          </a:p>
          <a:p>
            <a:pPr marL="285750" lvl="0" indent="-285750" algn="l" rtl="0">
              <a:spcBef>
                <a:spcPts val="0"/>
              </a:spcBef>
              <a:spcAft>
                <a:spcPts val="0"/>
              </a:spcAft>
              <a:buFont typeface="Wingdings" panose="05000000000000000000" charset="0"/>
              <a:buChar char="Ø"/>
            </a:pPr>
            <a:r>
              <a:rPr lang="en-US" altLang="en-GB" sz="3200">
                <a:latin typeface="Times New Roman" panose="02020603050405020304" charset="0"/>
                <a:cs typeface="Times New Roman" panose="02020603050405020304" charset="0"/>
              </a:rPr>
              <a:t>Use encryption for data protection.</a:t>
            </a:r>
          </a:p>
          <a:p>
            <a:pPr marL="285750" lvl="0" indent="-285750" algn="l" rtl="0">
              <a:spcBef>
                <a:spcPts val="0"/>
              </a:spcBef>
              <a:spcAft>
                <a:spcPts val="0"/>
              </a:spcAft>
              <a:buFont typeface="Wingdings" panose="05000000000000000000" charset="0"/>
              <a:buChar char="Ø"/>
            </a:pPr>
            <a:r>
              <a:rPr lang="en-US" altLang="en-GB" sz="3200">
                <a:latin typeface="Times New Roman" panose="02020603050405020304" charset="0"/>
                <a:cs typeface="Times New Roman" panose="02020603050405020304" charset="0"/>
              </a:rPr>
              <a:t>Regular software updates.</a:t>
            </a:r>
          </a:p>
          <a:p>
            <a:pPr marL="285750" lvl="0" indent="-285750" algn="l" rtl="0">
              <a:spcBef>
                <a:spcPts val="0"/>
              </a:spcBef>
              <a:spcAft>
                <a:spcPts val="0"/>
              </a:spcAft>
              <a:buFont typeface="Wingdings" panose="05000000000000000000" charset="0"/>
              <a:buChar char="Ø"/>
            </a:pPr>
            <a:r>
              <a:rPr lang="en-US" altLang="en-GB" sz="3200">
                <a:latin typeface="Times New Roman" panose="02020603050405020304" charset="0"/>
                <a:cs typeface="Times New Roman" panose="02020603050405020304" charset="0"/>
              </a:rPr>
              <a:t>Network segmentation</a:t>
            </a:r>
            <a:r>
              <a:rPr lang="en-US" altLang="en-GB">
                <a:latin typeface="Times New Roman" panose="02020603050405020304" charset="0"/>
                <a:cs typeface="Times New Roman" panose="02020603050405020304" charset="0"/>
              </a:rPr>
              <a:t>.</a:t>
            </a:r>
          </a:p>
        </p:txBody>
      </p:sp>
      <p:grpSp>
        <p:nvGrpSpPr>
          <p:cNvPr id="986" name="Google Shape;986;p68"/>
          <p:cNvGrpSpPr/>
          <p:nvPr/>
        </p:nvGrpSpPr>
        <p:grpSpPr>
          <a:xfrm rot="9129220">
            <a:off x="752127" y="502515"/>
            <a:ext cx="470510" cy="545613"/>
            <a:chOff x="5320111" y="1881293"/>
            <a:chExt cx="470512" cy="545615"/>
          </a:xfrm>
        </p:grpSpPr>
        <p:sp>
          <p:nvSpPr>
            <p:cNvPr id="987" name="Google Shape;987;p68"/>
            <p:cNvSpPr/>
            <p:nvPr/>
          </p:nvSpPr>
          <p:spPr>
            <a:xfrm>
              <a:off x="5587062" y="18812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68"/>
            <p:cNvSpPr/>
            <p:nvPr/>
          </p:nvSpPr>
          <p:spPr>
            <a:xfrm>
              <a:off x="5320111" y="18812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68"/>
            <p:cNvSpPr/>
            <p:nvPr/>
          </p:nvSpPr>
          <p:spPr>
            <a:xfrm>
              <a:off x="5320111" y="22534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0" name="Google Shape;990;p68"/>
          <p:cNvSpPr/>
          <p:nvPr/>
        </p:nvSpPr>
        <p:spPr>
          <a:xfrm>
            <a:off x="388271" y="4570253"/>
            <a:ext cx="208877" cy="208877"/>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68"/>
          <p:cNvSpPr/>
          <p:nvPr/>
        </p:nvSpPr>
        <p:spPr>
          <a:xfrm>
            <a:off x="198504" y="4143221"/>
            <a:ext cx="314071" cy="314071"/>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2" name="Google Shape;992;p68"/>
          <p:cNvGrpSpPr/>
          <p:nvPr/>
        </p:nvGrpSpPr>
        <p:grpSpPr>
          <a:xfrm>
            <a:off x="8149612" y="631383"/>
            <a:ext cx="274389" cy="287882"/>
            <a:chOff x="2772212" y="2822146"/>
            <a:chExt cx="274389" cy="287882"/>
          </a:xfrm>
        </p:grpSpPr>
        <p:sp>
          <p:nvSpPr>
            <p:cNvPr id="993" name="Google Shape;993;p68"/>
            <p:cNvSpPr/>
            <p:nvPr/>
          </p:nvSpPr>
          <p:spPr>
            <a:xfrm>
              <a:off x="2772212" y="2822146"/>
              <a:ext cx="221829" cy="240887"/>
            </a:xfrm>
            <a:custGeom>
              <a:avLst/>
              <a:gdLst/>
              <a:ahLst/>
              <a:cxnLst/>
              <a:rect l="l" t="t" r="r" b="b"/>
              <a:pathLst>
                <a:path w="5820" h="6320" extrusionOk="0">
                  <a:moveTo>
                    <a:pt x="0" y="5570"/>
                  </a:moveTo>
                  <a:lnTo>
                    <a:pt x="4982" y="0"/>
                  </a:lnTo>
                  <a:lnTo>
                    <a:pt x="5820" y="749"/>
                  </a:lnTo>
                  <a:lnTo>
                    <a:pt x="838" y="6319"/>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68"/>
            <p:cNvSpPr/>
            <p:nvPr/>
          </p:nvSpPr>
          <p:spPr>
            <a:xfrm>
              <a:off x="2824734" y="2869141"/>
              <a:ext cx="221867" cy="240887"/>
            </a:xfrm>
            <a:custGeom>
              <a:avLst/>
              <a:gdLst/>
              <a:ahLst/>
              <a:cxnLst/>
              <a:rect l="l" t="t" r="r" b="b"/>
              <a:pathLst>
                <a:path w="5821" h="6320" extrusionOk="0">
                  <a:moveTo>
                    <a:pt x="1" y="5571"/>
                  </a:moveTo>
                  <a:lnTo>
                    <a:pt x="4984" y="1"/>
                  </a:lnTo>
                  <a:lnTo>
                    <a:pt x="5820" y="750"/>
                  </a:lnTo>
                  <a:lnTo>
                    <a:pt x="838" y="632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5" name="Google Shape;995;p68"/>
          <p:cNvSpPr/>
          <p:nvPr/>
        </p:nvSpPr>
        <p:spPr>
          <a:xfrm>
            <a:off x="7901394" y="713129"/>
            <a:ext cx="124383" cy="124383"/>
          </a:xfrm>
          <a:custGeom>
            <a:avLst/>
            <a:gdLst/>
            <a:ahLst/>
            <a:cxnLst/>
            <a:rect l="l" t="t" r="r" b="b"/>
            <a:pathLst>
              <a:path w="3377" h="3377" extrusionOk="0">
                <a:moveTo>
                  <a:pt x="1753" y="1"/>
                </a:moveTo>
                <a:cubicBezTo>
                  <a:pt x="1096" y="1"/>
                  <a:pt x="504" y="397"/>
                  <a:pt x="253" y="1004"/>
                </a:cubicBezTo>
                <a:cubicBezTo>
                  <a:pt x="1" y="1611"/>
                  <a:pt x="140" y="2309"/>
                  <a:pt x="605" y="2774"/>
                </a:cubicBezTo>
                <a:cubicBezTo>
                  <a:pt x="1069" y="3238"/>
                  <a:pt x="1767" y="3377"/>
                  <a:pt x="2375" y="3126"/>
                </a:cubicBezTo>
                <a:cubicBezTo>
                  <a:pt x="2981" y="2874"/>
                  <a:pt x="3377" y="2281"/>
                  <a:pt x="3377" y="1626"/>
                </a:cubicBezTo>
                <a:cubicBezTo>
                  <a:pt x="3377" y="728"/>
                  <a:pt x="2650" y="1"/>
                  <a:pt x="1753" y="1"/>
                </a:cubicBezTo>
                <a:close/>
                <a:moveTo>
                  <a:pt x="1753" y="1953"/>
                </a:moveTo>
                <a:cubicBezTo>
                  <a:pt x="1460" y="1953"/>
                  <a:pt x="1314" y="1600"/>
                  <a:pt x="1521" y="1393"/>
                </a:cubicBezTo>
                <a:cubicBezTo>
                  <a:pt x="1728" y="1186"/>
                  <a:pt x="2081" y="1332"/>
                  <a:pt x="2081" y="1626"/>
                </a:cubicBezTo>
                <a:cubicBezTo>
                  <a:pt x="2081" y="1806"/>
                  <a:pt x="1934" y="1953"/>
                  <a:pt x="1753" y="1953"/>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6" name="Google Shape;996;p68"/>
          <p:cNvGrpSpPr/>
          <p:nvPr/>
        </p:nvGrpSpPr>
        <p:grpSpPr>
          <a:xfrm>
            <a:off x="1220217" y="1017724"/>
            <a:ext cx="200951" cy="162552"/>
            <a:chOff x="5095817" y="961574"/>
            <a:chExt cx="200951" cy="162552"/>
          </a:xfrm>
        </p:grpSpPr>
        <p:sp>
          <p:nvSpPr>
            <p:cNvPr id="997" name="Google Shape;997;p68"/>
            <p:cNvSpPr/>
            <p:nvPr/>
          </p:nvSpPr>
          <p:spPr>
            <a:xfrm>
              <a:off x="5095817" y="961574"/>
              <a:ext cx="131495" cy="161965"/>
            </a:xfrm>
            <a:custGeom>
              <a:avLst/>
              <a:gdLst/>
              <a:ahLst/>
              <a:cxnLst/>
              <a:rect l="l" t="t" r="r" b="b"/>
              <a:pathLst>
                <a:path w="3582" h="4412" extrusionOk="0">
                  <a:moveTo>
                    <a:pt x="3200" y="0"/>
                  </a:moveTo>
                  <a:lnTo>
                    <a:pt x="3582" y="2568"/>
                  </a:lnTo>
                  <a:lnTo>
                    <a:pt x="0" y="4412"/>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68"/>
            <p:cNvSpPr/>
            <p:nvPr/>
          </p:nvSpPr>
          <p:spPr>
            <a:xfrm>
              <a:off x="5095817" y="1055844"/>
              <a:ext cx="200951" cy="68281"/>
            </a:xfrm>
            <a:custGeom>
              <a:avLst/>
              <a:gdLst/>
              <a:ahLst/>
              <a:cxnLst/>
              <a:rect l="l" t="t" r="r" b="b"/>
              <a:pathLst>
                <a:path w="5474" h="1860" extrusionOk="0">
                  <a:moveTo>
                    <a:pt x="0" y="1844"/>
                  </a:moveTo>
                  <a:lnTo>
                    <a:pt x="3582" y="0"/>
                  </a:lnTo>
                  <a:lnTo>
                    <a:pt x="5473" y="186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68"/>
            <p:cNvSpPr/>
            <p:nvPr/>
          </p:nvSpPr>
          <p:spPr>
            <a:xfrm>
              <a:off x="5213250" y="961574"/>
              <a:ext cx="83515" cy="162552"/>
            </a:xfrm>
            <a:custGeom>
              <a:avLst/>
              <a:gdLst/>
              <a:ahLst/>
              <a:cxnLst/>
              <a:rect l="l" t="t" r="r" b="b"/>
              <a:pathLst>
                <a:path w="2275" h="4428" extrusionOk="0">
                  <a:moveTo>
                    <a:pt x="2274" y="4428"/>
                  </a:moveTo>
                  <a:lnTo>
                    <a:pt x="383" y="2568"/>
                  </a:lnTo>
                  <a:lnTo>
                    <a:pt x="1" y="0"/>
                  </a:lnTo>
                  <a:lnTo>
                    <a:pt x="1920" y="1759"/>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0" name="Google Shape;1000;p68"/>
          <p:cNvGrpSpPr/>
          <p:nvPr/>
        </p:nvGrpSpPr>
        <p:grpSpPr>
          <a:xfrm rot="-5400000">
            <a:off x="7995206" y="4271064"/>
            <a:ext cx="166385" cy="701016"/>
            <a:chOff x="8668080" y="2328029"/>
            <a:chExt cx="127488" cy="537136"/>
          </a:xfrm>
        </p:grpSpPr>
        <p:sp>
          <p:nvSpPr>
            <p:cNvPr id="1001" name="Google Shape;1001;p68"/>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68"/>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68"/>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68"/>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68"/>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68"/>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68"/>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68"/>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68"/>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68"/>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68"/>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68"/>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2"/>
        <p:cNvGrpSpPr/>
        <p:nvPr/>
      </p:nvGrpSpPr>
      <p:grpSpPr>
        <a:xfrm>
          <a:off x="0" y="0"/>
          <a:ext cx="0" cy="0"/>
          <a:chOff x="0" y="0"/>
          <a:chExt cx="0" cy="0"/>
        </a:xfrm>
      </p:grpSpPr>
      <p:sp>
        <p:nvSpPr>
          <p:cNvPr id="1443" name="Google Shape;1443;p76"/>
          <p:cNvSpPr txBox="1">
            <a:spLocks noGrp="1"/>
          </p:cNvSpPr>
          <p:nvPr>
            <p:ph type="title"/>
          </p:nvPr>
        </p:nvSpPr>
        <p:spPr>
          <a:xfrm>
            <a:off x="3865000" y="4076600"/>
            <a:ext cx="4563900" cy="531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endParaRPr lang="en-GB"/>
          </a:p>
        </p:txBody>
      </p:sp>
      <p:sp>
        <p:nvSpPr>
          <p:cNvPr id="1444" name="Google Shape;1444;p76"/>
          <p:cNvSpPr txBox="1">
            <a:spLocks noGrp="1"/>
          </p:cNvSpPr>
          <p:nvPr>
            <p:ph type="subTitle" idx="1"/>
          </p:nvPr>
        </p:nvSpPr>
        <p:spPr>
          <a:xfrm>
            <a:off x="3510915" y="2493375"/>
            <a:ext cx="5114400" cy="211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altLang="en-GB" sz="3200" b="1">
                <a:latin typeface="Times New Roman" panose="02020603050405020304" charset="0"/>
                <a:cs typeface="Times New Roman" panose="02020603050405020304" charset="0"/>
              </a:rPr>
              <a:t>CLOUD SECURITY AND VIRTUALIZATION</a:t>
            </a:r>
          </a:p>
        </p:txBody>
      </p:sp>
      <p:cxnSp>
        <p:nvCxnSpPr>
          <p:cNvPr id="1445" name="Google Shape;1445;p76"/>
          <p:cNvCxnSpPr/>
          <p:nvPr/>
        </p:nvCxnSpPr>
        <p:spPr>
          <a:xfrm rot="10800000">
            <a:off x="5143650" y="4071100"/>
            <a:ext cx="3276600" cy="0"/>
          </a:xfrm>
          <a:prstGeom prst="straightConnector1">
            <a:avLst/>
          </a:prstGeom>
          <a:noFill/>
          <a:ln w="19050" cap="flat" cmpd="sng">
            <a:solidFill>
              <a:schemeClr val="lt2"/>
            </a:solidFill>
            <a:prstDash val="solid"/>
            <a:round/>
            <a:headEnd type="none" w="med" len="med"/>
            <a:tailEnd type="none" w="med" len="med"/>
          </a:ln>
        </p:spPr>
      </p:cxnSp>
      <p:grpSp>
        <p:nvGrpSpPr>
          <p:cNvPr id="1446" name="Google Shape;1446;p76"/>
          <p:cNvGrpSpPr/>
          <p:nvPr/>
        </p:nvGrpSpPr>
        <p:grpSpPr>
          <a:xfrm>
            <a:off x="715099" y="535006"/>
            <a:ext cx="2337246" cy="2502505"/>
            <a:chOff x="279450" y="571167"/>
            <a:chExt cx="1533626" cy="1642063"/>
          </a:xfrm>
        </p:grpSpPr>
        <p:sp>
          <p:nvSpPr>
            <p:cNvPr id="1447" name="Google Shape;1447;p76"/>
            <p:cNvSpPr/>
            <p:nvPr/>
          </p:nvSpPr>
          <p:spPr>
            <a:xfrm>
              <a:off x="328046" y="591443"/>
              <a:ext cx="1470248" cy="1255737"/>
            </a:xfrm>
            <a:custGeom>
              <a:avLst/>
              <a:gdLst/>
              <a:ahLst/>
              <a:cxnLst/>
              <a:rect l="l" t="t" r="r" b="b"/>
              <a:pathLst>
                <a:path w="38574" h="32946" extrusionOk="0">
                  <a:moveTo>
                    <a:pt x="547" y="31774"/>
                  </a:moveTo>
                  <a:cubicBezTo>
                    <a:pt x="2603" y="32632"/>
                    <a:pt x="4864" y="32946"/>
                    <a:pt x="7070" y="32574"/>
                  </a:cubicBezTo>
                  <a:cubicBezTo>
                    <a:pt x="9317" y="32195"/>
                    <a:pt x="11298" y="31096"/>
                    <a:pt x="13328" y="30122"/>
                  </a:cubicBezTo>
                  <a:cubicBezTo>
                    <a:pt x="15399" y="29128"/>
                    <a:pt x="17589" y="28397"/>
                    <a:pt x="19866" y="28065"/>
                  </a:cubicBezTo>
                  <a:cubicBezTo>
                    <a:pt x="22349" y="27703"/>
                    <a:pt x="24838" y="27849"/>
                    <a:pt x="27317" y="28184"/>
                  </a:cubicBezTo>
                  <a:cubicBezTo>
                    <a:pt x="29584" y="28491"/>
                    <a:pt x="32081" y="29201"/>
                    <a:pt x="34326" y="28412"/>
                  </a:cubicBezTo>
                  <a:cubicBezTo>
                    <a:pt x="35850" y="27875"/>
                    <a:pt x="37009" y="26591"/>
                    <a:pt x="37270" y="24982"/>
                  </a:cubicBezTo>
                  <a:cubicBezTo>
                    <a:pt x="37535" y="23347"/>
                    <a:pt x="36855" y="21789"/>
                    <a:pt x="36075" y="20392"/>
                  </a:cubicBezTo>
                  <a:cubicBezTo>
                    <a:pt x="35272" y="18955"/>
                    <a:pt x="34226" y="17655"/>
                    <a:pt x="33050" y="16506"/>
                  </a:cubicBezTo>
                  <a:cubicBezTo>
                    <a:pt x="30600" y="14113"/>
                    <a:pt x="27483" y="12314"/>
                    <a:pt x="24141" y="11530"/>
                  </a:cubicBezTo>
                  <a:cubicBezTo>
                    <a:pt x="21049" y="10804"/>
                    <a:pt x="17115" y="10926"/>
                    <a:pt x="14486" y="12942"/>
                  </a:cubicBezTo>
                  <a:cubicBezTo>
                    <a:pt x="13185" y="13939"/>
                    <a:pt x="12467" y="15527"/>
                    <a:pt x="12809" y="17160"/>
                  </a:cubicBezTo>
                  <a:cubicBezTo>
                    <a:pt x="13084" y="18470"/>
                    <a:pt x="14016" y="19483"/>
                    <a:pt x="15098" y="20211"/>
                  </a:cubicBezTo>
                  <a:cubicBezTo>
                    <a:pt x="17696" y="21961"/>
                    <a:pt x="21091" y="22431"/>
                    <a:pt x="24137" y="21952"/>
                  </a:cubicBezTo>
                  <a:cubicBezTo>
                    <a:pt x="27944" y="21354"/>
                    <a:pt x="31452" y="19344"/>
                    <a:pt x="34027" y="16495"/>
                  </a:cubicBezTo>
                  <a:cubicBezTo>
                    <a:pt x="37100" y="13096"/>
                    <a:pt x="38574" y="8661"/>
                    <a:pt x="38471" y="4108"/>
                  </a:cubicBezTo>
                  <a:cubicBezTo>
                    <a:pt x="38445" y="2923"/>
                    <a:pt x="38310" y="1744"/>
                    <a:pt x="38108" y="578"/>
                  </a:cubicBezTo>
                  <a:cubicBezTo>
                    <a:pt x="38007" y="0"/>
                    <a:pt x="37090" y="63"/>
                    <a:pt x="37191" y="648"/>
                  </a:cubicBezTo>
                  <a:cubicBezTo>
                    <a:pt x="37913" y="4798"/>
                    <a:pt x="37586" y="9103"/>
                    <a:pt x="35520" y="12843"/>
                  </a:cubicBezTo>
                  <a:cubicBezTo>
                    <a:pt x="33688" y="16161"/>
                    <a:pt x="30651" y="18832"/>
                    <a:pt x="27115" y="20203"/>
                  </a:cubicBezTo>
                  <a:cubicBezTo>
                    <a:pt x="24205" y="21332"/>
                    <a:pt x="20945" y="21577"/>
                    <a:pt x="17965" y="20579"/>
                  </a:cubicBezTo>
                  <a:cubicBezTo>
                    <a:pt x="15674" y="19813"/>
                    <a:pt x="12552" y="17775"/>
                    <a:pt x="13962" y="14928"/>
                  </a:cubicBezTo>
                  <a:cubicBezTo>
                    <a:pt x="14721" y="13393"/>
                    <a:pt x="16640" y="12692"/>
                    <a:pt x="18208" y="12331"/>
                  </a:cubicBezTo>
                  <a:cubicBezTo>
                    <a:pt x="19682" y="11990"/>
                    <a:pt x="21229" y="11971"/>
                    <a:pt x="22721" y="12193"/>
                  </a:cubicBezTo>
                  <a:cubicBezTo>
                    <a:pt x="25792" y="12648"/>
                    <a:pt x="28701" y="14061"/>
                    <a:pt x="31103" y="16006"/>
                  </a:cubicBezTo>
                  <a:cubicBezTo>
                    <a:pt x="33313" y="17795"/>
                    <a:pt x="35647" y="20395"/>
                    <a:pt x="36304" y="23251"/>
                  </a:cubicBezTo>
                  <a:cubicBezTo>
                    <a:pt x="36688" y="24923"/>
                    <a:pt x="36001" y="26635"/>
                    <a:pt x="34417" y="27385"/>
                  </a:cubicBezTo>
                  <a:cubicBezTo>
                    <a:pt x="32422" y="28329"/>
                    <a:pt x="30005" y="27637"/>
                    <a:pt x="27940" y="27344"/>
                  </a:cubicBezTo>
                  <a:cubicBezTo>
                    <a:pt x="23276" y="26683"/>
                    <a:pt x="18714" y="26829"/>
                    <a:pt x="14316" y="28669"/>
                  </a:cubicBezTo>
                  <a:cubicBezTo>
                    <a:pt x="12250" y="29533"/>
                    <a:pt x="10329" y="30751"/>
                    <a:pt x="8168" y="31385"/>
                  </a:cubicBezTo>
                  <a:cubicBezTo>
                    <a:pt x="5790" y="32082"/>
                    <a:pt x="3236" y="31901"/>
                    <a:pt x="957" y="30950"/>
                  </a:cubicBezTo>
                  <a:cubicBezTo>
                    <a:pt x="412" y="30723"/>
                    <a:pt x="0" y="31546"/>
                    <a:pt x="547" y="31774"/>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76"/>
            <p:cNvSpPr/>
            <p:nvPr/>
          </p:nvSpPr>
          <p:spPr>
            <a:xfrm>
              <a:off x="1161610" y="949375"/>
              <a:ext cx="508950" cy="987369"/>
            </a:xfrm>
            <a:custGeom>
              <a:avLst/>
              <a:gdLst/>
              <a:ahLst/>
              <a:cxnLst/>
              <a:rect l="l" t="t" r="r" b="b"/>
              <a:pathLst>
                <a:path w="13353" h="25905" extrusionOk="0">
                  <a:moveTo>
                    <a:pt x="3512" y="0"/>
                  </a:moveTo>
                  <a:lnTo>
                    <a:pt x="1" y="14288"/>
                  </a:lnTo>
                  <a:lnTo>
                    <a:pt x="13352" y="25905"/>
                  </a:lnTo>
                  <a:lnTo>
                    <a:pt x="13352" y="25905"/>
                  </a:lnTo>
                  <a:lnTo>
                    <a:pt x="3512" y="0"/>
                  </a:lnTo>
                  <a:close/>
                </a:path>
              </a:pathLst>
            </a:custGeom>
            <a:solidFill>
              <a:srgbClr val="3018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76"/>
            <p:cNvSpPr/>
            <p:nvPr/>
          </p:nvSpPr>
          <p:spPr>
            <a:xfrm>
              <a:off x="474253" y="949375"/>
              <a:ext cx="821264" cy="544625"/>
            </a:xfrm>
            <a:custGeom>
              <a:avLst/>
              <a:gdLst/>
              <a:ahLst/>
              <a:cxnLst/>
              <a:rect l="l" t="t" r="r" b="b"/>
              <a:pathLst>
                <a:path w="21547" h="14289" extrusionOk="0">
                  <a:moveTo>
                    <a:pt x="21546" y="0"/>
                  </a:moveTo>
                  <a:lnTo>
                    <a:pt x="18035" y="14288"/>
                  </a:lnTo>
                  <a:lnTo>
                    <a:pt x="0" y="13027"/>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76"/>
            <p:cNvSpPr/>
            <p:nvPr/>
          </p:nvSpPr>
          <p:spPr>
            <a:xfrm>
              <a:off x="474253" y="1445889"/>
              <a:ext cx="1196316" cy="767331"/>
            </a:xfrm>
            <a:custGeom>
              <a:avLst/>
              <a:gdLst/>
              <a:ahLst/>
              <a:cxnLst/>
              <a:rect l="l" t="t" r="r" b="b"/>
              <a:pathLst>
                <a:path w="31387" h="20132" extrusionOk="0">
                  <a:moveTo>
                    <a:pt x="0" y="0"/>
                  </a:moveTo>
                  <a:lnTo>
                    <a:pt x="18035" y="1261"/>
                  </a:lnTo>
                  <a:lnTo>
                    <a:pt x="31386" y="12878"/>
                  </a:lnTo>
                  <a:lnTo>
                    <a:pt x="12993" y="20132"/>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76"/>
            <p:cNvSpPr/>
            <p:nvPr/>
          </p:nvSpPr>
          <p:spPr>
            <a:xfrm>
              <a:off x="969437" y="1493952"/>
              <a:ext cx="701125" cy="719268"/>
            </a:xfrm>
            <a:custGeom>
              <a:avLst/>
              <a:gdLst/>
              <a:ahLst/>
              <a:cxnLst/>
              <a:rect l="l" t="t" r="r" b="b"/>
              <a:pathLst>
                <a:path w="18395" h="18871" extrusionOk="0">
                  <a:moveTo>
                    <a:pt x="5043" y="0"/>
                  </a:moveTo>
                  <a:lnTo>
                    <a:pt x="1" y="18871"/>
                  </a:lnTo>
                  <a:lnTo>
                    <a:pt x="18394" y="11617"/>
                  </a:lnTo>
                  <a:lnTo>
                    <a:pt x="5043" y="0"/>
                  </a:lnTo>
                  <a:close/>
                </a:path>
              </a:pathLst>
            </a:custGeom>
            <a:solidFill>
              <a:srgbClr val="241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76"/>
            <p:cNvSpPr/>
            <p:nvPr/>
          </p:nvSpPr>
          <p:spPr>
            <a:xfrm>
              <a:off x="969437" y="949375"/>
              <a:ext cx="701125" cy="1263855"/>
            </a:xfrm>
            <a:custGeom>
              <a:avLst/>
              <a:gdLst/>
              <a:ahLst/>
              <a:cxnLst/>
              <a:rect l="l" t="t" r="r" b="b"/>
              <a:pathLst>
                <a:path w="18395" h="33159" extrusionOk="0">
                  <a:moveTo>
                    <a:pt x="8554" y="0"/>
                  </a:moveTo>
                  <a:lnTo>
                    <a:pt x="5043" y="14288"/>
                  </a:lnTo>
                  <a:lnTo>
                    <a:pt x="1" y="33159"/>
                  </a:lnTo>
                  <a:lnTo>
                    <a:pt x="18394" y="25905"/>
                  </a:lnTo>
                  <a:close/>
                </a:path>
              </a:pathLst>
            </a:custGeom>
            <a:gradFill>
              <a:gsLst>
                <a:gs pos="0">
                  <a:schemeClr val="accent1"/>
                </a:gs>
                <a:gs pos="100000">
                  <a:schemeClr val="accent2"/>
                </a:gs>
              </a:gsLst>
              <a:lin ang="59999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76"/>
            <p:cNvSpPr/>
            <p:nvPr/>
          </p:nvSpPr>
          <p:spPr>
            <a:xfrm>
              <a:off x="279450" y="1498868"/>
              <a:ext cx="1471963" cy="348981"/>
            </a:xfrm>
            <a:custGeom>
              <a:avLst/>
              <a:gdLst/>
              <a:ahLst/>
              <a:cxnLst/>
              <a:rect l="l" t="t" r="r" b="b"/>
              <a:pathLst>
                <a:path w="38619" h="9156" extrusionOk="0">
                  <a:moveTo>
                    <a:pt x="37672" y="613"/>
                  </a:moveTo>
                  <a:cubicBezTo>
                    <a:pt x="37589" y="1865"/>
                    <a:pt x="36905" y="3003"/>
                    <a:pt x="35692" y="3576"/>
                  </a:cubicBezTo>
                  <a:cubicBezTo>
                    <a:pt x="33696" y="4521"/>
                    <a:pt x="31280" y="3828"/>
                    <a:pt x="29215" y="3536"/>
                  </a:cubicBezTo>
                  <a:cubicBezTo>
                    <a:pt x="24550" y="2875"/>
                    <a:pt x="19987" y="3020"/>
                    <a:pt x="15591" y="4860"/>
                  </a:cubicBezTo>
                  <a:cubicBezTo>
                    <a:pt x="13525" y="5724"/>
                    <a:pt x="11604" y="6943"/>
                    <a:pt x="9442" y="7577"/>
                  </a:cubicBezTo>
                  <a:cubicBezTo>
                    <a:pt x="7065" y="8273"/>
                    <a:pt x="4534" y="7474"/>
                    <a:pt x="2336" y="6344"/>
                  </a:cubicBezTo>
                  <a:cubicBezTo>
                    <a:pt x="996" y="5654"/>
                    <a:pt x="1" y="7761"/>
                    <a:pt x="1609" y="8297"/>
                  </a:cubicBezTo>
                  <a:cubicBezTo>
                    <a:pt x="3665" y="9155"/>
                    <a:pt x="6139" y="9137"/>
                    <a:pt x="8345" y="8765"/>
                  </a:cubicBezTo>
                  <a:cubicBezTo>
                    <a:pt x="10592" y="8387"/>
                    <a:pt x="12573" y="7288"/>
                    <a:pt x="14603" y="6314"/>
                  </a:cubicBezTo>
                  <a:cubicBezTo>
                    <a:pt x="16674" y="5320"/>
                    <a:pt x="18864" y="4589"/>
                    <a:pt x="21141" y="4256"/>
                  </a:cubicBezTo>
                  <a:cubicBezTo>
                    <a:pt x="23624" y="3894"/>
                    <a:pt x="26113" y="4041"/>
                    <a:pt x="28592" y="4376"/>
                  </a:cubicBezTo>
                  <a:cubicBezTo>
                    <a:pt x="30859" y="4683"/>
                    <a:pt x="33356" y="5393"/>
                    <a:pt x="35601" y="4602"/>
                  </a:cubicBezTo>
                  <a:cubicBezTo>
                    <a:pt x="37125" y="4067"/>
                    <a:pt x="38284" y="2783"/>
                    <a:pt x="38545" y="1172"/>
                  </a:cubicBezTo>
                  <a:cubicBezTo>
                    <a:pt x="38606" y="785"/>
                    <a:pt x="38619" y="391"/>
                    <a:pt x="38582" y="0"/>
                  </a:cubicBezTo>
                  <a:close/>
                </a:path>
              </a:pathLst>
            </a:custGeom>
            <a:solidFill>
              <a:srgbClr val="EECB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76"/>
            <p:cNvSpPr/>
            <p:nvPr/>
          </p:nvSpPr>
          <p:spPr>
            <a:xfrm>
              <a:off x="809927" y="571167"/>
              <a:ext cx="1003149" cy="895512"/>
            </a:xfrm>
            <a:custGeom>
              <a:avLst/>
              <a:gdLst/>
              <a:ahLst/>
              <a:cxnLst/>
              <a:rect l="l" t="t" r="r" b="b"/>
              <a:pathLst>
                <a:path w="26319" h="23495" extrusionOk="0">
                  <a:moveTo>
                    <a:pt x="2633" y="12973"/>
                  </a:moveTo>
                  <a:cubicBezTo>
                    <a:pt x="1275" y="13711"/>
                    <a:pt x="239" y="14919"/>
                    <a:pt x="99" y="16501"/>
                  </a:cubicBezTo>
                  <a:cubicBezTo>
                    <a:pt x="0" y="17617"/>
                    <a:pt x="368" y="18683"/>
                    <a:pt x="1086" y="19539"/>
                  </a:cubicBezTo>
                  <a:cubicBezTo>
                    <a:pt x="2571" y="21309"/>
                    <a:pt x="5071" y="22200"/>
                    <a:pt x="7297" y="22526"/>
                  </a:cubicBezTo>
                  <a:cubicBezTo>
                    <a:pt x="13911" y="23494"/>
                    <a:pt x="20546" y="19487"/>
                    <a:pt x="23701" y="13783"/>
                  </a:cubicBezTo>
                  <a:cubicBezTo>
                    <a:pt x="24939" y="11545"/>
                    <a:pt x="25602" y="9030"/>
                    <a:pt x="25772" y="6485"/>
                  </a:cubicBezTo>
                  <a:cubicBezTo>
                    <a:pt x="25856" y="5225"/>
                    <a:pt x="26319" y="167"/>
                    <a:pt x="24374" y="79"/>
                  </a:cubicBezTo>
                  <a:cubicBezTo>
                    <a:pt x="22633" y="0"/>
                    <a:pt x="23354" y="2391"/>
                    <a:pt x="23550" y="3310"/>
                  </a:cubicBezTo>
                  <a:cubicBezTo>
                    <a:pt x="24147" y="6093"/>
                    <a:pt x="24714" y="9141"/>
                    <a:pt x="23608" y="11875"/>
                  </a:cubicBezTo>
                  <a:cubicBezTo>
                    <a:pt x="22452" y="14733"/>
                    <a:pt x="20301" y="17237"/>
                    <a:pt x="17776" y="18977"/>
                  </a:cubicBezTo>
                  <a:cubicBezTo>
                    <a:pt x="13629" y="21835"/>
                    <a:pt x="7784" y="22872"/>
                    <a:pt x="3284" y="20188"/>
                  </a:cubicBezTo>
                  <a:cubicBezTo>
                    <a:pt x="2329" y="19618"/>
                    <a:pt x="1410" y="18791"/>
                    <a:pt x="1105" y="17685"/>
                  </a:cubicBezTo>
                  <a:cubicBezTo>
                    <a:pt x="634" y="15982"/>
                    <a:pt x="1700" y="14522"/>
                    <a:pt x="3147" y="13736"/>
                  </a:cubicBezTo>
                  <a:cubicBezTo>
                    <a:pt x="3667" y="13453"/>
                    <a:pt x="3149" y="12694"/>
                    <a:pt x="2633" y="12973"/>
                  </a:cubicBezTo>
                  <a:close/>
                </a:path>
              </a:pathLst>
            </a:custGeom>
            <a:solidFill>
              <a:srgbClr val="EECB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grpSp>
      <p:grpSp>
        <p:nvGrpSpPr>
          <p:cNvPr id="1455" name="Google Shape;1455;p76"/>
          <p:cNvGrpSpPr/>
          <p:nvPr/>
        </p:nvGrpSpPr>
        <p:grpSpPr>
          <a:xfrm rot="-5400000">
            <a:off x="990638" y="4161436"/>
            <a:ext cx="171535" cy="722609"/>
            <a:chOff x="8668080" y="2328029"/>
            <a:chExt cx="127488" cy="537136"/>
          </a:xfrm>
        </p:grpSpPr>
        <p:sp>
          <p:nvSpPr>
            <p:cNvPr id="1456" name="Google Shape;1456;p76"/>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76"/>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76"/>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76"/>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76"/>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76"/>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76"/>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76"/>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76"/>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76"/>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76"/>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76"/>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76"/>
          <p:cNvGrpSpPr/>
          <p:nvPr/>
        </p:nvGrpSpPr>
        <p:grpSpPr>
          <a:xfrm rot="-9203022">
            <a:off x="7918971" y="532601"/>
            <a:ext cx="470498" cy="545599"/>
            <a:chOff x="5320111" y="1881293"/>
            <a:chExt cx="470512" cy="545615"/>
          </a:xfrm>
        </p:grpSpPr>
        <p:sp>
          <p:nvSpPr>
            <p:cNvPr id="1469" name="Google Shape;1469;p76"/>
            <p:cNvSpPr/>
            <p:nvPr/>
          </p:nvSpPr>
          <p:spPr>
            <a:xfrm>
              <a:off x="5587062" y="18812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76"/>
            <p:cNvSpPr/>
            <p:nvPr/>
          </p:nvSpPr>
          <p:spPr>
            <a:xfrm>
              <a:off x="5320111" y="18812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76"/>
            <p:cNvSpPr/>
            <p:nvPr/>
          </p:nvSpPr>
          <p:spPr>
            <a:xfrm>
              <a:off x="5320111" y="22534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2" name="Google Shape;1472;p76"/>
          <p:cNvGrpSpPr/>
          <p:nvPr/>
        </p:nvGrpSpPr>
        <p:grpSpPr>
          <a:xfrm rot="-8699071">
            <a:off x="7367571" y="662925"/>
            <a:ext cx="315324" cy="376982"/>
            <a:chOff x="4040314" y="1769061"/>
            <a:chExt cx="315323" cy="376981"/>
          </a:xfrm>
        </p:grpSpPr>
        <p:sp>
          <p:nvSpPr>
            <p:cNvPr id="1473" name="Google Shape;1473;p76"/>
            <p:cNvSpPr/>
            <p:nvPr/>
          </p:nvSpPr>
          <p:spPr>
            <a:xfrm>
              <a:off x="4040314" y="1769061"/>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76"/>
            <p:cNvSpPr/>
            <p:nvPr/>
          </p:nvSpPr>
          <p:spPr>
            <a:xfrm>
              <a:off x="4060093" y="1890752"/>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76"/>
            <p:cNvSpPr/>
            <p:nvPr/>
          </p:nvSpPr>
          <p:spPr>
            <a:xfrm>
              <a:off x="4040314" y="1769061"/>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6" name="Google Shape;1476;p76"/>
          <p:cNvGrpSpPr/>
          <p:nvPr/>
        </p:nvGrpSpPr>
        <p:grpSpPr>
          <a:xfrm rot="2062759">
            <a:off x="5892473" y="456235"/>
            <a:ext cx="330237" cy="346436"/>
            <a:chOff x="2772212" y="2822146"/>
            <a:chExt cx="274389" cy="287882"/>
          </a:xfrm>
        </p:grpSpPr>
        <p:sp>
          <p:nvSpPr>
            <p:cNvPr id="1477" name="Google Shape;1477;p76"/>
            <p:cNvSpPr/>
            <p:nvPr/>
          </p:nvSpPr>
          <p:spPr>
            <a:xfrm>
              <a:off x="2772212" y="2822146"/>
              <a:ext cx="221829" cy="240887"/>
            </a:xfrm>
            <a:custGeom>
              <a:avLst/>
              <a:gdLst/>
              <a:ahLst/>
              <a:cxnLst/>
              <a:rect l="l" t="t" r="r" b="b"/>
              <a:pathLst>
                <a:path w="5820" h="6320" extrusionOk="0">
                  <a:moveTo>
                    <a:pt x="0" y="5570"/>
                  </a:moveTo>
                  <a:lnTo>
                    <a:pt x="4982" y="0"/>
                  </a:lnTo>
                  <a:lnTo>
                    <a:pt x="5820" y="749"/>
                  </a:lnTo>
                  <a:lnTo>
                    <a:pt x="838" y="6319"/>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76"/>
            <p:cNvSpPr/>
            <p:nvPr/>
          </p:nvSpPr>
          <p:spPr>
            <a:xfrm>
              <a:off x="2824734" y="2869141"/>
              <a:ext cx="221867" cy="240887"/>
            </a:xfrm>
            <a:custGeom>
              <a:avLst/>
              <a:gdLst/>
              <a:ahLst/>
              <a:cxnLst/>
              <a:rect l="l" t="t" r="r" b="b"/>
              <a:pathLst>
                <a:path w="5821" h="6320" extrusionOk="0">
                  <a:moveTo>
                    <a:pt x="1" y="5571"/>
                  </a:moveTo>
                  <a:lnTo>
                    <a:pt x="4984" y="1"/>
                  </a:lnTo>
                  <a:lnTo>
                    <a:pt x="5820" y="750"/>
                  </a:lnTo>
                  <a:lnTo>
                    <a:pt x="838" y="632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9" name="Google Shape;1479;p76"/>
          <p:cNvSpPr/>
          <p:nvPr/>
        </p:nvSpPr>
        <p:spPr>
          <a:xfrm>
            <a:off x="2582375" y="3910061"/>
            <a:ext cx="322070" cy="322070"/>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7"/>
        <p:cNvGrpSpPr/>
        <p:nvPr/>
      </p:nvGrpSpPr>
      <p:grpSpPr>
        <a:xfrm>
          <a:off x="0" y="0"/>
          <a:ext cx="0" cy="0"/>
          <a:chOff x="0" y="0"/>
          <a:chExt cx="0" cy="0"/>
        </a:xfrm>
      </p:grpSpPr>
      <p:sp>
        <p:nvSpPr>
          <p:cNvPr id="1528" name="Google Shape;1528;p80"/>
          <p:cNvSpPr/>
          <p:nvPr/>
        </p:nvSpPr>
        <p:spPr>
          <a:xfrm>
            <a:off x="5323275" y="539325"/>
            <a:ext cx="3117600" cy="2074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80"/>
          <p:cNvSpPr txBox="1">
            <a:spLocks noGrp="1"/>
          </p:cNvSpPr>
          <p:nvPr>
            <p:ph type="subTitle" idx="1"/>
          </p:nvPr>
        </p:nvSpPr>
        <p:spPr>
          <a:xfrm>
            <a:off x="467360" y="843280"/>
            <a:ext cx="4700270" cy="381889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sz="2400">
                <a:latin typeface="Times New Roman" panose="02020603050405020304" charset="0"/>
                <a:cs typeface="Times New Roman" panose="02020603050405020304" charset="0"/>
              </a:rPr>
              <a:t>Cloud security involves the protection of data, applications, and infrastructures involved in cloud computing. It encompasses policies, technologies, and controls to protect cloud-based systems, data and infrastructure. Understanding the importance of cloud security is crucial for organizations to safeguard their assets and ensure compliances with regulations.</a:t>
            </a:r>
          </a:p>
        </p:txBody>
      </p:sp>
      <p:cxnSp>
        <p:nvCxnSpPr>
          <p:cNvPr id="1531" name="Google Shape;1531;p80"/>
          <p:cNvCxnSpPr/>
          <p:nvPr/>
        </p:nvCxnSpPr>
        <p:spPr>
          <a:xfrm>
            <a:off x="611585" y="4803775"/>
            <a:ext cx="4587600" cy="0"/>
          </a:xfrm>
          <a:prstGeom prst="straightConnector1">
            <a:avLst/>
          </a:prstGeom>
          <a:noFill/>
          <a:ln w="19050" cap="flat" cmpd="sng">
            <a:solidFill>
              <a:schemeClr val="lt2"/>
            </a:solidFill>
            <a:prstDash val="solid"/>
            <a:round/>
            <a:headEnd type="none" w="med" len="med"/>
            <a:tailEnd type="none" w="med" len="med"/>
          </a:ln>
        </p:spPr>
      </p:cxnSp>
      <p:pic>
        <p:nvPicPr>
          <p:cNvPr id="1532" name="Google Shape;1532;p80"/>
          <p:cNvPicPr preferRelativeResize="0"/>
          <p:nvPr/>
        </p:nvPicPr>
        <p:blipFill>
          <a:blip r:embed="rId3">
            <a:alphaModFix amt="75000"/>
          </a:blip>
          <a:stretch>
            <a:fillRect/>
          </a:stretch>
        </p:blipFill>
        <p:spPr>
          <a:xfrm>
            <a:off x="5322375" y="535000"/>
            <a:ext cx="3117501" cy="2074776"/>
          </a:xfrm>
          <a:prstGeom prst="rect">
            <a:avLst/>
          </a:prstGeom>
          <a:noFill/>
          <a:ln>
            <a:noFill/>
          </a:ln>
        </p:spPr>
      </p:pic>
      <p:grpSp>
        <p:nvGrpSpPr>
          <p:cNvPr id="1533" name="Google Shape;1533;p80"/>
          <p:cNvGrpSpPr/>
          <p:nvPr/>
        </p:nvGrpSpPr>
        <p:grpSpPr>
          <a:xfrm rot="-5400000">
            <a:off x="7992813" y="4161436"/>
            <a:ext cx="171535" cy="722609"/>
            <a:chOff x="8668080" y="2328029"/>
            <a:chExt cx="127488" cy="537136"/>
          </a:xfrm>
        </p:grpSpPr>
        <p:sp>
          <p:nvSpPr>
            <p:cNvPr id="1534" name="Google Shape;1534;p80"/>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80"/>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80"/>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80"/>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80"/>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80"/>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80"/>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80"/>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80"/>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80"/>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80"/>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80"/>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6" name="Google Shape;1546;p80"/>
          <p:cNvGrpSpPr/>
          <p:nvPr/>
        </p:nvGrpSpPr>
        <p:grpSpPr>
          <a:xfrm rot="7352464">
            <a:off x="6408830" y="3179175"/>
            <a:ext cx="470509" cy="545611"/>
            <a:chOff x="5320111" y="1881293"/>
            <a:chExt cx="470512" cy="545615"/>
          </a:xfrm>
        </p:grpSpPr>
        <p:sp>
          <p:nvSpPr>
            <p:cNvPr id="1547" name="Google Shape;1547;p80"/>
            <p:cNvSpPr/>
            <p:nvPr/>
          </p:nvSpPr>
          <p:spPr>
            <a:xfrm>
              <a:off x="5587062" y="18812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80"/>
            <p:cNvSpPr/>
            <p:nvPr/>
          </p:nvSpPr>
          <p:spPr>
            <a:xfrm>
              <a:off x="5320111" y="18812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80"/>
            <p:cNvSpPr/>
            <p:nvPr/>
          </p:nvSpPr>
          <p:spPr>
            <a:xfrm>
              <a:off x="5320111" y="22534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0" name="Google Shape;1550;p80"/>
          <p:cNvGrpSpPr/>
          <p:nvPr/>
        </p:nvGrpSpPr>
        <p:grpSpPr>
          <a:xfrm rot="-92090">
            <a:off x="6925346" y="3542125"/>
            <a:ext cx="344303" cy="399261"/>
            <a:chOff x="5320111" y="1881293"/>
            <a:chExt cx="470512" cy="545615"/>
          </a:xfrm>
        </p:grpSpPr>
        <p:sp>
          <p:nvSpPr>
            <p:cNvPr id="1551" name="Google Shape;1551;p80"/>
            <p:cNvSpPr/>
            <p:nvPr/>
          </p:nvSpPr>
          <p:spPr>
            <a:xfrm>
              <a:off x="5587062" y="18812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80"/>
            <p:cNvSpPr/>
            <p:nvPr/>
          </p:nvSpPr>
          <p:spPr>
            <a:xfrm>
              <a:off x="5320111" y="18812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80"/>
            <p:cNvSpPr/>
            <p:nvPr/>
          </p:nvSpPr>
          <p:spPr>
            <a:xfrm>
              <a:off x="5320111" y="22534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4" name="Google Shape;1554;p80"/>
          <p:cNvSpPr/>
          <p:nvPr/>
        </p:nvSpPr>
        <p:spPr>
          <a:xfrm>
            <a:off x="282735" y="62777"/>
            <a:ext cx="308279" cy="308294"/>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80"/>
          <p:cNvSpPr/>
          <p:nvPr/>
        </p:nvSpPr>
        <p:spPr>
          <a:xfrm>
            <a:off x="-36750" y="379895"/>
            <a:ext cx="463703" cy="463703"/>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9"/>
        <p:cNvGrpSpPr/>
        <p:nvPr/>
      </p:nvGrpSpPr>
      <p:grpSpPr>
        <a:xfrm>
          <a:off x="0" y="0"/>
          <a:ext cx="0" cy="0"/>
          <a:chOff x="0" y="0"/>
          <a:chExt cx="0" cy="0"/>
        </a:xfrm>
      </p:grpSpPr>
      <p:sp>
        <p:nvSpPr>
          <p:cNvPr id="1560" name="Google Shape;1560;p81"/>
          <p:cNvSpPr/>
          <p:nvPr/>
        </p:nvSpPr>
        <p:spPr>
          <a:xfrm>
            <a:off x="714125" y="1006749"/>
            <a:ext cx="3117600" cy="3129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81"/>
          <p:cNvSpPr txBox="1">
            <a:spLocks noGrp="1"/>
          </p:cNvSpPr>
          <p:nvPr>
            <p:ph type="title"/>
          </p:nvPr>
        </p:nvSpPr>
        <p:spPr>
          <a:xfrm>
            <a:off x="4129840" y="915860"/>
            <a:ext cx="4233000" cy="1699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altLang="en-GB"/>
              <a:t>VIRTUALIZATION BENEFITS</a:t>
            </a:r>
          </a:p>
        </p:txBody>
      </p:sp>
      <p:sp>
        <p:nvSpPr>
          <p:cNvPr id="1562" name="Google Shape;1562;p81"/>
          <p:cNvSpPr txBox="1">
            <a:spLocks noGrp="1"/>
          </p:cNvSpPr>
          <p:nvPr>
            <p:ph type="subTitle" idx="1"/>
          </p:nvPr>
        </p:nvSpPr>
        <p:spPr>
          <a:xfrm>
            <a:off x="4283710" y="2931795"/>
            <a:ext cx="4587875" cy="1331595"/>
          </a:xfrm>
          <a:prstGeom prst="rect">
            <a:avLst/>
          </a:prstGeom>
        </p:spPr>
        <p:txBody>
          <a:bodyPr spcFirstLastPara="1" wrap="square" lIns="91425" tIns="91425" rIns="91425" bIns="91425" anchor="ctr" anchorCtr="0">
            <a:noAutofit/>
          </a:bodyPr>
          <a:lstStyle/>
          <a:p>
            <a:pPr lvl="0" indent="-457200" algn="l" rtl="0">
              <a:spcBef>
                <a:spcPts val="0"/>
              </a:spcBef>
              <a:spcAft>
                <a:spcPts val="0"/>
              </a:spcAft>
              <a:buFont typeface="+mj-lt"/>
              <a:buAutoNum type="arabicPeriod"/>
            </a:pPr>
            <a:r>
              <a:rPr lang="en-US" altLang="en-GB" sz="2400">
                <a:latin typeface="Times New Roman" panose="02020603050405020304" charset="0"/>
                <a:cs typeface="Times New Roman" panose="02020603050405020304" charset="0"/>
              </a:rPr>
              <a:t>Cost Efficiency</a:t>
            </a:r>
          </a:p>
          <a:p>
            <a:pPr lvl="0" indent="-457200" algn="l" rtl="0">
              <a:spcBef>
                <a:spcPts val="0"/>
              </a:spcBef>
              <a:spcAft>
                <a:spcPts val="0"/>
              </a:spcAft>
              <a:buFont typeface="+mj-lt"/>
              <a:buAutoNum type="arabicPeriod"/>
            </a:pPr>
            <a:r>
              <a:rPr lang="en-US" altLang="en-GB" sz="2400">
                <a:latin typeface="Times New Roman" panose="02020603050405020304" charset="0"/>
                <a:cs typeface="Times New Roman" panose="02020603050405020304" charset="0"/>
              </a:rPr>
              <a:t>Scability</a:t>
            </a:r>
          </a:p>
          <a:p>
            <a:pPr lvl="0" indent="-457200" algn="l" rtl="0">
              <a:spcBef>
                <a:spcPts val="0"/>
              </a:spcBef>
              <a:spcAft>
                <a:spcPts val="0"/>
              </a:spcAft>
              <a:buFont typeface="+mj-lt"/>
              <a:buAutoNum type="arabicPeriod"/>
            </a:pPr>
            <a:r>
              <a:rPr lang="en-US" altLang="en-GB" sz="2400">
                <a:latin typeface="Times New Roman" panose="02020603050405020304" charset="0"/>
                <a:cs typeface="Times New Roman" panose="02020603050405020304" charset="0"/>
              </a:rPr>
              <a:t>Improved Resource Utilization</a:t>
            </a:r>
          </a:p>
          <a:p>
            <a:pPr lvl="0" indent="-457200" algn="l" rtl="0">
              <a:spcBef>
                <a:spcPts val="0"/>
              </a:spcBef>
              <a:spcAft>
                <a:spcPts val="0"/>
              </a:spcAft>
              <a:buFont typeface="+mj-lt"/>
              <a:buAutoNum type="arabicPeriod"/>
            </a:pPr>
            <a:r>
              <a:rPr lang="en-US" altLang="en-GB" sz="2400">
                <a:latin typeface="Times New Roman" panose="02020603050405020304" charset="0"/>
                <a:cs typeface="Times New Roman" panose="02020603050405020304" charset="0"/>
              </a:rPr>
              <a:t>Enhanced Disaster Recovery</a:t>
            </a:r>
          </a:p>
        </p:txBody>
      </p:sp>
      <p:cxnSp>
        <p:nvCxnSpPr>
          <p:cNvPr id="1563" name="Google Shape;1563;p81"/>
          <p:cNvCxnSpPr/>
          <p:nvPr/>
        </p:nvCxnSpPr>
        <p:spPr>
          <a:xfrm>
            <a:off x="4177990" y="1188325"/>
            <a:ext cx="4233000" cy="0"/>
          </a:xfrm>
          <a:prstGeom prst="straightConnector1">
            <a:avLst/>
          </a:prstGeom>
          <a:noFill/>
          <a:ln w="19050" cap="flat" cmpd="sng">
            <a:solidFill>
              <a:schemeClr val="lt2"/>
            </a:solidFill>
            <a:prstDash val="solid"/>
            <a:round/>
            <a:headEnd type="none" w="med" len="med"/>
            <a:tailEnd type="none" w="med" len="med"/>
          </a:ln>
        </p:spPr>
      </p:cxnSp>
      <p:pic>
        <p:nvPicPr>
          <p:cNvPr id="1564" name="Google Shape;1564;p81"/>
          <p:cNvPicPr preferRelativeResize="0"/>
          <p:nvPr/>
        </p:nvPicPr>
        <p:blipFill rotWithShape="1">
          <a:blip r:embed="rId3">
            <a:alphaModFix amt="78000"/>
          </a:blip>
          <a:srcRect l="33239" r="10734"/>
          <a:stretch>
            <a:fillRect/>
          </a:stretch>
        </p:blipFill>
        <p:spPr>
          <a:xfrm>
            <a:off x="714175" y="1006762"/>
            <a:ext cx="3117499" cy="3129975"/>
          </a:xfrm>
          <a:prstGeom prst="rect">
            <a:avLst/>
          </a:prstGeom>
          <a:noFill/>
          <a:ln>
            <a:noFill/>
          </a:ln>
        </p:spPr>
      </p:pic>
      <p:sp>
        <p:nvSpPr>
          <p:cNvPr id="1565" name="Google Shape;1565;p81"/>
          <p:cNvSpPr/>
          <p:nvPr/>
        </p:nvSpPr>
        <p:spPr>
          <a:xfrm>
            <a:off x="3307840" y="3668487"/>
            <a:ext cx="308279" cy="308294"/>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81"/>
          <p:cNvSpPr/>
          <p:nvPr/>
        </p:nvSpPr>
        <p:spPr>
          <a:xfrm>
            <a:off x="3616125" y="3940850"/>
            <a:ext cx="463703" cy="463703"/>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7" name="Google Shape;1567;p81"/>
          <p:cNvGrpSpPr/>
          <p:nvPr/>
        </p:nvGrpSpPr>
        <p:grpSpPr>
          <a:xfrm rot="10800000">
            <a:off x="-151416" y="1399475"/>
            <a:ext cx="968928" cy="218950"/>
            <a:chOff x="2297800" y="638425"/>
            <a:chExt cx="758100" cy="218950"/>
          </a:xfrm>
        </p:grpSpPr>
        <p:sp>
          <p:nvSpPr>
            <p:cNvPr id="1568" name="Google Shape;1568;p81"/>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81"/>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0" name="Google Shape;1570;p81"/>
          <p:cNvGrpSpPr/>
          <p:nvPr/>
        </p:nvGrpSpPr>
        <p:grpSpPr>
          <a:xfrm>
            <a:off x="8331709" y="4151025"/>
            <a:ext cx="968928" cy="218950"/>
            <a:chOff x="2297800" y="638425"/>
            <a:chExt cx="758100" cy="218950"/>
          </a:xfrm>
        </p:grpSpPr>
        <p:sp>
          <p:nvSpPr>
            <p:cNvPr id="1571" name="Google Shape;1571;p81"/>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81"/>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62"/>
                                        </p:tgtEl>
                                        <p:attrNameLst>
                                          <p:attrName>style.visibility</p:attrName>
                                        </p:attrNameLst>
                                      </p:cBhvr>
                                      <p:to>
                                        <p:strVal val="visible"/>
                                      </p:to>
                                    </p:set>
                                    <p:animEffect transition="in" filter="fade">
                                      <p:cBhvr>
                                        <p:cTn id="7" dur="1000"/>
                                        <p:tgtEl>
                                          <p:spTgt spid="1562"/>
                                        </p:tgtEl>
                                      </p:cBhvr>
                                    </p:animEffect>
                                  </p:childTnLst>
                                </p:cTn>
                              </p:par>
                              <p:par>
                                <p:cTn id="8" presetID="10" presetClass="entr" presetSubtype="0" fill="hold" nodeType="withEffect">
                                  <p:stCondLst>
                                    <p:cond delay="0"/>
                                  </p:stCondLst>
                                  <p:childTnLst>
                                    <p:set>
                                      <p:cBhvr>
                                        <p:cTn id="9" dur="1" fill="hold">
                                          <p:stCondLst>
                                            <p:cond delay="0"/>
                                          </p:stCondLst>
                                        </p:cTn>
                                        <p:tgtEl>
                                          <p:spTgt spid="1563"/>
                                        </p:tgtEl>
                                        <p:attrNameLst>
                                          <p:attrName>style.visibility</p:attrName>
                                        </p:attrNameLst>
                                      </p:cBhvr>
                                      <p:to>
                                        <p:strVal val="visible"/>
                                      </p:to>
                                    </p:set>
                                    <p:animEffect transition="in" filter="fade">
                                      <p:cBhvr>
                                        <p:cTn id="10" dur="1000"/>
                                        <p:tgtEl>
                                          <p:spTgt spid="1563"/>
                                        </p:tgtEl>
                                      </p:cBhvr>
                                    </p:animEffect>
                                  </p:childTnLst>
                                </p:cTn>
                              </p:par>
                              <p:par>
                                <p:cTn id="11" presetID="10" presetClass="entr" presetSubtype="0" fill="hold" nodeType="withEffect">
                                  <p:stCondLst>
                                    <p:cond delay="0"/>
                                  </p:stCondLst>
                                  <p:childTnLst>
                                    <p:set>
                                      <p:cBhvr>
                                        <p:cTn id="12" dur="1" fill="hold">
                                          <p:stCondLst>
                                            <p:cond delay="0"/>
                                          </p:stCondLst>
                                        </p:cTn>
                                        <p:tgtEl>
                                          <p:spTgt spid="1561"/>
                                        </p:tgtEl>
                                        <p:attrNameLst>
                                          <p:attrName>style.visibility</p:attrName>
                                        </p:attrNameLst>
                                      </p:cBhvr>
                                      <p:to>
                                        <p:strVal val="visible"/>
                                      </p:to>
                                    </p:set>
                                    <p:animEffect transition="in" filter="fade">
                                      <p:cBhvr>
                                        <p:cTn id="13" dur="1000"/>
                                        <p:tgtEl>
                                          <p:spTgt spid="1561"/>
                                        </p:tgtEl>
                                      </p:cBhvr>
                                    </p:animEffect>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1564"/>
                                        </p:tgtEl>
                                        <p:attrNameLst>
                                          <p:attrName>style.visibility</p:attrName>
                                        </p:attrNameLst>
                                      </p:cBhvr>
                                      <p:to>
                                        <p:strVal val="visible"/>
                                      </p:to>
                                    </p:set>
                                    <p:anim calcmode="lin" valueType="num">
                                      <p:cBhvr additive="base">
                                        <p:cTn id="17" dur="1000"/>
                                        <p:tgtEl>
                                          <p:spTgt spid="1564"/>
                                        </p:tgtEl>
                                        <p:attrNameLst>
                                          <p:attrName>ppt_x</p:attrName>
                                        </p:attrNameLst>
                                      </p:cBhvr>
                                      <p:tavLst>
                                        <p:tav tm="0">
                                          <p:val>
                                            <p:strVal val="#ppt_x-1"/>
                                          </p:val>
                                        </p:tav>
                                        <p:tav tm="100000">
                                          <p:val>
                                            <p:strVal val="#ppt_x"/>
                                          </p:val>
                                        </p:tav>
                                      </p:tavLst>
                                    </p:anim>
                                  </p:childTnLst>
                                </p:cTn>
                              </p:par>
                              <p:par>
                                <p:cTn id="18" presetID="2" presetClass="entr" presetSubtype="8" fill="hold" nodeType="withEffect">
                                  <p:stCondLst>
                                    <p:cond delay="0"/>
                                  </p:stCondLst>
                                  <p:childTnLst>
                                    <p:set>
                                      <p:cBhvr>
                                        <p:cTn id="19" dur="1" fill="hold">
                                          <p:stCondLst>
                                            <p:cond delay="0"/>
                                          </p:stCondLst>
                                        </p:cTn>
                                        <p:tgtEl>
                                          <p:spTgt spid="1560"/>
                                        </p:tgtEl>
                                        <p:attrNameLst>
                                          <p:attrName>style.visibility</p:attrName>
                                        </p:attrNameLst>
                                      </p:cBhvr>
                                      <p:to>
                                        <p:strVal val="visible"/>
                                      </p:to>
                                    </p:set>
                                    <p:anim calcmode="lin" valueType="num">
                                      <p:cBhvr additive="base">
                                        <p:cTn id="20" dur="1000"/>
                                        <p:tgtEl>
                                          <p:spTgt spid="1560"/>
                                        </p:tgtEl>
                                        <p:attrNameLst>
                                          <p:attrName>ppt_x</p:attrName>
                                        </p:attrNameLst>
                                      </p:cBhvr>
                                      <p:tavLst>
                                        <p:tav tm="0">
                                          <p:val>
                                            <p:strVal val="#ppt_x-1"/>
                                          </p:val>
                                        </p:tav>
                                        <p:tav tm="100000">
                                          <p:val>
                                            <p:strVal val="#ppt_x"/>
                                          </p:val>
                                        </p:tav>
                                      </p:tavLst>
                                    </p:anim>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1565"/>
                                        </p:tgtEl>
                                        <p:attrNameLst>
                                          <p:attrName>style.visibility</p:attrName>
                                        </p:attrNameLst>
                                      </p:cBhvr>
                                      <p:to>
                                        <p:strVal val="visible"/>
                                      </p:to>
                                    </p:set>
                                    <p:animEffect transition="in" filter="fade">
                                      <p:cBhvr>
                                        <p:cTn id="24" dur="1000"/>
                                        <p:tgtEl>
                                          <p:spTgt spid="1565"/>
                                        </p:tgtEl>
                                      </p:cBhvr>
                                    </p:animEffect>
                                  </p:childTnLst>
                                </p:cTn>
                              </p:par>
                              <p:par>
                                <p:cTn id="25" presetID="10" presetClass="entr" presetSubtype="0" fill="hold" nodeType="withEffect">
                                  <p:stCondLst>
                                    <p:cond delay="0"/>
                                  </p:stCondLst>
                                  <p:childTnLst>
                                    <p:set>
                                      <p:cBhvr>
                                        <p:cTn id="26" dur="1" fill="hold">
                                          <p:stCondLst>
                                            <p:cond delay="0"/>
                                          </p:stCondLst>
                                        </p:cTn>
                                        <p:tgtEl>
                                          <p:spTgt spid="1566"/>
                                        </p:tgtEl>
                                        <p:attrNameLst>
                                          <p:attrName>style.visibility</p:attrName>
                                        </p:attrNameLst>
                                      </p:cBhvr>
                                      <p:to>
                                        <p:strVal val="visible"/>
                                      </p:to>
                                    </p:set>
                                    <p:animEffect transition="in" filter="fade">
                                      <p:cBhvr>
                                        <p:cTn id="27" dur="1000"/>
                                        <p:tgtEl>
                                          <p:spTgt spid="1566"/>
                                        </p:tgtEl>
                                      </p:cBhvr>
                                    </p:animEffect>
                                  </p:childTnLst>
                                </p:cTn>
                              </p:par>
                              <p:par>
                                <p:cTn id="28" presetID="10" presetClass="entr" presetSubtype="0" fill="hold" nodeType="withEffect">
                                  <p:stCondLst>
                                    <p:cond delay="0"/>
                                  </p:stCondLst>
                                  <p:childTnLst>
                                    <p:set>
                                      <p:cBhvr>
                                        <p:cTn id="29" dur="1" fill="hold">
                                          <p:stCondLst>
                                            <p:cond delay="0"/>
                                          </p:stCondLst>
                                        </p:cTn>
                                        <p:tgtEl>
                                          <p:spTgt spid="1567"/>
                                        </p:tgtEl>
                                        <p:attrNameLst>
                                          <p:attrName>style.visibility</p:attrName>
                                        </p:attrNameLst>
                                      </p:cBhvr>
                                      <p:to>
                                        <p:strVal val="visible"/>
                                      </p:to>
                                    </p:set>
                                    <p:animEffect transition="in" filter="fade">
                                      <p:cBhvr>
                                        <p:cTn id="30" dur="1000"/>
                                        <p:tgtEl>
                                          <p:spTgt spid="1567"/>
                                        </p:tgtEl>
                                      </p:cBhvr>
                                    </p:animEffect>
                                  </p:childTnLst>
                                </p:cTn>
                              </p:par>
                              <p:par>
                                <p:cTn id="31" presetID="10" presetClass="entr" presetSubtype="0" fill="hold" nodeType="withEffect">
                                  <p:stCondLst>
                                    <p:cond delay="0"/>
                                  </p:stCondLst>
                                  <p:childTnLst>
                                    <p:set>
                                      <p:cBhvr>
                                        <p:cTn id="32" dur="1" fill="hold">
                                          <p:stCondLst>
                                            <p:cond delay="0"/>
                                          </p:stCondLst>
                                        </p:cTn>
                                        <p:tgtEl>
                                          <p:spTgt spid="1570"/>
                                        </p:tgtEl>
                                        <p:attrNameLst>
                                          <p:attrName>style.visibility</p:attrName>
                                        </p:attrNameLst>
                                      </p:cBhvr>
                                      <p:to>
                                        <p:strVal val="visible"/>
                                      </p:to>
                                    </p:set>
                                    <p:animEffect transition="in" filter="fade">
                                      <p:cBhvr>
                                        <p:cTn id="33" dur="1000"/>
                                        <p:tgtEl>
                                          <p:spTgt spid="1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grpSp>
        <p:nvGrpSpPr>
          <p:cNvPr id="1743" name="Google Shape;1743;p85"/>
          <p:cNvGrpSpPr/>
          <p:nvPr/>
        </p:nvGrpSpPr>
        <p:grpSpPr>
          <a:xfrm rot="-5400000">
            <a:off x="990625" y="4247198"/>
            <a:ext cx="171535" cy="722609"/>
            <a:chOff x="8668080" y="2328029"/>
            <a:chExt cx="127488" cy="537136"/>
          </a:xfrm>
        </p:grpSpPr>
        <p:sp>
          <p:nvSpPr>
            <p:cNvPr id="1744" name="Google Shape;1744;p85"/>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85"/>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85"/>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85"/>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85"/>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85"/>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85"/>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85"/>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85"/>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85"/>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85"/>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85"/>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7" name="Google Shape;1757;p85"/>
          <p:cNvGrpSpPr/>
          <p:nvPr/>
        </p:nvGrpSpPr>
        <p:grpSpPr>
          <a:xfrm rot="-5400000">
            <a:off x="7983700" y="123273"/>
            <a:ext cx="171535" cy="722609"/>
            <a:chOff x="8668080" y="2328029"/>
            <a:chExt cx="127488" cy="537136"/>
          </a:xfrm>
        </p:grpSpPr>
        <p:sp>
          <p:nvSpPr>
            <p:cNvPr id="1758" name="Google Shape;1758;p85"/>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85"/>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85"/>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85"/>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85"/>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85"/>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85"/>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85"/>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85"/>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85"/>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85"/>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85"/>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0" name="Google Shape;1770;p85"/>
          <p:cNvGrpSpPr/>
          <p:nvPr/>
        </p:nvGrpSpPr>
        <p:grpSpPr>
          <a:xfrm rot="10800000">
            <a:off x="-146466" y="3362513"/>
            <a:ext cx="968928" cy="218950"/>
            <a:chOff x="2297800" y="638425"/>
            <a:chExt cx="758100" cy="218950"/>
          </a:xfrm>
        </p:grpSpPr>
        <p:sp>
          <p:nvSpPr>
            <p:cNvPr id="1771" name="Google Shape;1771;p85"/>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85"/>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3" name="Google Shape;1773;p85"/>
          <p:cNvGrpSpPr/>
          <p:nvPr/>
        </p:nvGrpSpPr>
        <p:grpSpPr>
          <a:xfrm>
            <a:off x="8346409" y="1295363"/>
            <a:ext cx="968928" cy="218950"/>
            <a:chOff x="2297800" y="638425"/>
            <a:chExt cx="758100" cy="218950"/>
          </a:xfrm>
        </p:grpSpPr>
        <p:sp>
          <p:nvSpPr>
            <p:cNvPr id="1774" name="Google Shape;1774;p85"/>
            <p:cNvSpPr/>
            <p:nvPr/>
          </p:nvSpPr>
          <p:spPr>
            <a:xfrm>
              <a:off x="2297800" y="63842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85"/>
            <p:cNvSpPr/>
            <p:nvPr/>
          </p:nvSpPr>
          <p:spPr>
            <a:xfrm>
              <a:off x="2297800" y="780275"/>
              <a:ext cx="758100" cy="77100"/>
            </a:xfrm>
            <a:prstGeom prst="rect">
              <a:avLst/>
            </a:prstGeom>
            <a:gradFill>
              <a:gsLst>
                <a:gs pos="0">
                  <a:schemeClr val="lt2"/>
                </a:gs>
                <a:gs pos="100000">
                  <a:srgbClr val="FFFFFF">
                    <a:alpha val="1098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85"/>
          <p:cNvGrpSpPr/>
          <p:nvPr/>
        </p:nvGrpSpPr>
        <p:grpSpPr>
          <a:xfrm>
            <a:off x="895748" y="2614867"/>
            <a:ext cx="2335975" cy="1814095"/>
            <a:chOff x="1110248" y="2614867"/>
            <a:chExt cx="2335975" cy="1814095"/>
          </a:xfrm>
        </p:grpSpPr>
        <p:sp>
          <p:nvSpPr>
            <p:cNvPr id="1777" name="Google Shape;1777;p85"/>
            <p:cNvSpPr/>
            <p:nvPr/>
          </p:nvSpPr>
          <p:spPr>
            <a:xfrm rot="1872363">
              <a:off x="1281773" y="3065045"/>
              <a:ext cx="1992936" cy="913737"/>
            </a:xfrm>
            <a:custGeom>
              <a:avLst/>
              <a:gdLst/>
              <a:ahLst/>
              <a:cxnLst/>
              <a:rect l="l" t="t" r="r" b="b"/>
              <a:pathLst>
                <a:path w="27970" h="12823" extrusionOk="0">
                  <a:moveTo>
                    <a:pt x="13849" y="12001"/>
                  </a:moveTo>
                  <a:cubicBezTo>
                    <a:pt x="13050" y="11838"/>
                    <a:pt x="12243" y="11645"/>
                    <a:pt x="11439" y="11426"/>
                  </a:cubicBezTo>
                  <a:cubicBezTo>
                    <a:pt x="8061" y="10497"/>
                    <a:pt x="5097" y="9169"/>
                    <a:pt x="3091" y="7685"/>
                  </a:cubicBezTo>
                  <a:cubicBezTo>
                    <a:pt x="833" y="6012"/>
                    <a:pt x="1" y="4284"/>
                    <a:pt x="752" y="2818"/>
                  </a:cubicBezTo>
                  <a:cubicBezTo>
                    <a:pt x="1394" y="1564"/>
                    <a:pt x="3052" y="727"/>
                    <a:pt x="5548" y="398"/>
                  </a:cubicBezTo>
                  <a:cubicBezTo>
                    <a:pt x="8576" y="0"/>
                    <a:pt x="12580" y="394"/>
                    <a:pt x="16532" y="1479"/>
                  </a:cubicBezTo>
                  <a:cubicBezTo>
                    <a:pt x="19911" y="2407"/>
                    <a:pt x="22876" y="3735"/>
                    <a:pt x="24879" y="5219"/>
                  </a:cubicBezTo>
                  <a:cubicBezTo>
                    <a:pt x="27139" y="6892"/>
                    <a:pt x="27969" y="8622"/>
                    <a:pt x="27219" y="10087"/>
                  </a:cubicBezTo>
                  <a:cubicBezTo>
                    <a:pt x="26577" y="11340"/>
                    <a:pt x="24919" y="12177"/>
                    <a:pt x="22422" y="12506"/>
                  </a:cubicBezTo>
                  <a:cubicBezTo>
                    <a:pt x="20011" y="12822"/>
                    <a:pt x="16980" y="12637"/>
                    <a:pt x="13849" y="12001"/>
                  </a:cubicBezTo>
                  <a:close/>
                  <a:moveTo>
                    <a:pt x="5669" y="976"/>
                  </a:moveTo>
                  <a:cubicBezTo>
                    <a:pt x="3465" y="1267"/>
                    <a:pt x="2018" y="1972"/>
                    <a:pt x="1483" y="3018"/>
                  </a:cubicBezTo>
                  <a:cubicBezTo>
                    <a:pt x="850" y="4253"/>
                    <a:pt x="1620" y="5760"/>
                    <a:pt x="3648" y="7263"/>
                  </a:cubicBezTo>
                  <a:cubicBezTo>
                    <a:pt x="5577" y="8691"/>
                    <a:pt x="8444" y="9974"/>
                    <a:pt x="11722" y="10873"/>
                  </a:cubicBezTo>
                  <a:cubicBezTo>
                    <a:pt x="15549" y="11924"/>
                    <a:pt x="19406" y="12308"/>
                    <a:pt x="22302" y="11926"/>
                  </a:cubicBezTo>
                  <a:cubicBezTo>
                    <a:pt x="24505" y="11636"/>
                    <a:pt x="25954" y="10931"/>
                    <a:pt x="26489" y="9885"/>
                  </a:cubicBezTo>
                  <a:cubicBezTo>
                    <a:pt x="27121" y="8650"/>
                    <a:pt x="26352" y="7142"/>
                    <a:pt x="24323" y="5640"/>
                  </a:cubicBezTo>
                  <a:cubicBezTo>
                    <a:pt x="22395" y="4213"/>
                    <a:pt x="19527" y="2930"/>
                    <a:pt x="16249" y="2030"/>
                  </a:cubicBezTo>
                  <a:cubicBezTo>
                    <a:pt x="12421" y="979"/>
                    <a:pt x="8566" y="595"/>
                    <a:pt x="5669" y="976"/>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8" name="Google Shape;1778;p85"/>
            <p:cNvGrpSpPr/>
            <p:nvPr/>
          </p:nvGrpSpPr>
          <p:grpSpPr>
            <a:xfrm>
              <a:off x="1110248" y="2825118"/>
              <a:ext cx="2335975" cy="1393587"/>
              <a:chOff x="996540" y="923919"/>
              <a:chExt cx="1062000" cy="633564"/>
            </a:xfrm>
          </p:grpSpPr>
          <p:sp>
            <p:nvSpPr>
              <p:cNvPr id="1779" name="Google Shape;1779;p85"/>
              <p:cNvSpPr/>
              <p:nvPr/>
            </p:nvSpPr>
            <p:spPr>
              <a:xfrm rot="900436">
                <a:off x="1016614" y="1109088"/>
                <a:ext cx="1021852" cy="289484"/>
              </a:xfrm>
              <a:prstGeom prst="donut">
                <a:avLst>
                  <a:gd name="adj" fmla="val 3768"/>
                </a:avLst>
              </a:prstGeom>
              <a:gradFill>
                <a:gsLst>
                  <a:gs pos="0">
                    <a:srgbClr val="FFECCD"/>
                  </a:gs>
                  <a:gs pos="100000">
                    <a:srgbClr val="FAB950"/>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0" name="Google Shape;1780;p85"/>
              <p:cNvGrpSpPr/>
              <p:nvPr/>
            </p:nvGrpSpPr>
            <p:grpSpPr>
              <a:xfrm rot="10623523">
                <a:off x="1215800" y="939529"/>
                <a:ext cx="623884" cy="602344"/>
                <a:chOff x="5611437" y="1091819"/>
                <a:chExt cx="822958" cy="794546"/>
              </a:xfrm>
            </p:grpSpPr>
            <p:sp>
              <p:nvSpPr>
                <p:cNvPr id="1781" name="Google Shape;1781;p85"/>
                <p:cNvSpPr/>
                <p:nvPr/>
              </p:nvSpPr>
              <p:spPr>
                <a:xfrm>
                  <a:off x="5975263" y="1091819"/>
                  <a:ext cx="459132" cy="684421"/>
                </a:xfrm>
                <a:custGeom>
                  <a:avLst/>
                  <a:gdLst/>
                  <a:ahLst/>
                  <a:cxnLst/>
                  <a:rect l="l" t="t" r="r" b="b"/>
                  <a:pathLst>
                    <a:path w="12507" h="18644" extrusionOk="0">
                      <a:moveTo>
                        <a:pt x="8208" y="18644"/>
                      </a:moveTo>
                      <a:lnTo>
                        <a:pt x="12506" y="8720"/>
                      </a:lnTo>
                      <a:lnTo>
                        <a:pt x="4300" y="1"/>
                      </a:lnTo>
                      <a:lnTo>
                        <a:pt x="1" y="9924"/>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85"/>
                <p:cNvSpPr/>
                <p:nvPr/>
              </p:nvSpPr>
              <p:spPr>
                <a:xfrm>
                  <a:off x="5611437" y="1454839"/>
                  <a:ext cx="666507" cy="431526"/>
                </a:xfrm>
                <a:custGeom>
                  <a:avLst/>
                  <a:gdLst/>
                  <a:ahLst/>
                  <a:cxnLst/>
                  <a:rect l="l" t="t" r="r" b="b"/>
                  <a:pathLst>
                    <a:path w="18156" h="11755" extrusionOk="0">
                      <a:moveTo>
                        <a:pt x="18156" y="8720"/>
                      </a:moveTo>
                      <a:lnTo>
                        <a:pt x="8206" y="11754"/>
                      </a:lnTo>
                      <a:lnTo>
                        <a:pt x="0" y="3035"/>
                      </a:lnTo>
                      <a:lnTo>
                        <a:pt x="9950" y="1"/>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85"/>
                <p:cNvSpPr/>
                <p:nvPr/>
              </p:nvSpPr>
              <p:spPr>
                <a:xfrm>
                  <a:off x="5611437" y="1091819"/>
                  <a:ext cx="521723" cy="474477"/>
                </a:xfrm>
                <a:custGeom>
                  <a:avLst/>
                  <a:gdLst/>
                  <a:ahLst/>
                  <a:cxnLst/>
                  <a:rect l="l" t="t" r="r" b="b"/>
                  <a:pathLst>
                    <a:path w="14212" h="12925" extrusionOk="0">
                      <a:moveTo>
                        <a:pt x="14211" y="1"/>
                      </a:moveTo>
                      <a:lnTo>
                        <a:pt x="4252" y="3250"/>
                      </a:lnTo>
                      <a:lnTo>
                        <a:pt x="0" y="12924"/>
                      </a:lnTo>
                      <a:lnTo>
                        <a:pt x="9950" y="9890"/>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84" name="Google Shape;1784;p85"/>
            <p:cNvSpPr/>
            <p:nvPr/>
          </p:nvSpPr>
          <p:spPr>
            <a:xfrm>
              <a:off x="1404900" y="2679325"/>
              <a:ext cx="356400" cy="356400"/>
            </a:xfrm>
            <a:prstGeom prst="donut">
              <a:avLst>
                <a:gd name="adj" fmla="val 27655"/>
              </a:avLst>
            </a:pr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85"/>
            <p:cNvSpPr/>
            <p:nvPr/>
          </p:nvSpPr>
          <p:spPr>
            <a:xfrm>
              <a:off x="2760250" y="4043713"/>
              <a:ext cx="356400" cy="356400"/>
            </a:xfrm>
            <a:prstGeom prst="donut">
              <a:avLst>
                <a:gd name="adj" fmla="val 27655"/>
              </a:avLst>
            </a:pr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85"/>
            <p:cNvSpPr/>
            <p:nvPr/>
          </p:nvSpPr>
          <p:spPr>
            <a:xfrm rot="1872363">
              <a:off x="1235068" y="3248873"/>
              <a:ext cx="1932656" cy="701318"/>
            </a:xfrm>
            <a:custGeom>
              <a:avLst/>
              <a:gdLst/>
              <a:ahLst/>
              <a:cxnLst/>
              <a:rect l="l" t="t" r="r" b="b"/>
              <a:pathLst>
                <a:path w="27124" h="9842" extrusionOk="0">
                  <a:moveTo>
                    <a:pt x="26503" y="6727"/>
                  </a:moveTo>
                  <a:cubicBezTo>
                    <a:pt x="26479" y="6787"/>
                    <a:pt x="26453" y="6846"/>
                    <a:pt x="26424" y="6905"/>
                  </a:cubicBezTo>
                  <a:cubicBezTo>
                    <a:pt x="25889" y="7950"/>
                    <a:pt x="24440" y="8656"/>
                    <a:pt x="22237" y="8946"/>
                  </a:cubicBezTo>
                  <a:cubicBezTo>
                    <a:pt x="19341" y="9327"/>
                    <a:pt x="15484" y="8944"/>
                    <a:pt x="11657" y="7892"/>
                  </a:cubicBezTo>
                  <a:cubicBezTo>
                    <a:pt x="8379" y="6993"/>
                    <a:pt x="5512" y="5710"/>
                    <a:pt x="3583" y="4283"/>
                  </a:cubicBezTo>
                  <a:cubicBezTo>
                    <a:pt x="1777" y="2945"/>
                    <a:pt x="970" y="1604"/>
                    <a:pt x="1260" y="455"/>
                  </a:cubicBezTo>
                  <a:lnTo>
                    <a:pt x="610" y="0"/>
                  </a:lnTo>
                  <a:cubicBezTo>
                    <a:pt x="0" y="1431"/>
                    <a:pt x="852" y="3093"/>
                    <a:pt x="3026" y="4704"/>
                  </a:cubicBezTo>
                  <a:cubicBezTo>
                    <a:pt x="5031" y="6188"/>
                    <a:pt x="7996" y="7516"/>
                    <a:pt x="11374" y="8445"/>
                  </a:cubicBezTo>
                  <a:cubicBezTo>
                    <a:pt x="12178" y="8666"/>
                    <a:pt x="12985" y="8858"/>
                    <a:pt x="13784" y="9020"/>
                  </a:cubicBezTo>
                  <a:cubicBezTo>
                    <a:pt x="16915" y="9656"/>
                    <a:pt x="19946" y="9841"/>
                    <a:pt x="22357" y="9524"/>
                  </a:cubicBezTo>
                  <a:cubicBezTo>
                    <a:pt x="24817" y="9201"/>
                    <a:pt x="26462" y="8382"/>
                    <a:pt x="27123" y="7159"/>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7" name="Google Shape;1787;p85"/>
          <p:cNvGrpSpPr/>
          <p:nvPr/>
        </p:nvGrpSpPr>
        <p:grpSpPr>
          <a:xfrm>
            <a:off x="5874983" y="673754"/>
            <a:ext cx="2177987" cy="1945078"/>
            <a:chOff x="5874983" y="673754"/>
            <a:chExt cx="2177987" cy="1945078"/>
          </a:xfrm>
        </p:grpSpPr>
        <p:sp>
          <p:nvSpPr>
            <p:cNvPr id="1788" name="Google Shape;1788;p85"/>
            <p:cNvSpPr/>
            <p:nvPr/>
          </p:nvSpPr>
          <p:spPr>
            <a:xfrm rot="1872388">
              <a:off x="5967513" y="1123940"/>
              <a:ext cx="1992927" cy="913740"/>
            </a:xfrm>
            <a:custGeom>
              <a:avLst/>
              <a:gdLst/>
              <a:ahLst/>
              <a:cxnLst/>
              <a:rect l="l" t="t" r="r" b="b"/>
              <a:pathLst>
                <a:path w="27970" h="12823" extrusionOk="0">
                  <a:moveTo>
                    <a:pt x="13849" y="12001"/>
                  </a:moveTo>
                  <a:cubicBezTo>
                    <a:pt x="13050" y="11838"/>
                    <a:pt x="12243" y="11645"/>
                    <a:pt x="11439" y="11426"/>
                  </a:cubicBezTo>
                  <a:cubicBezTo>
                    <a:pt x="8061" y="10497"/>
                    <a:pt x="5097" y="9169"/>
                    <a:pt x="3091" y="7685"/>
                  </a:cubicBezTo>
                  <a:cubicBezTo>
                    <a:pt x="833" y="6012"/>
                    <a:pt x="1" y="4284"/>
                    <a:pt x="752" y="2818"/>
                  </a:cubicBezTo>
                  <a:cubicBezTo>
                    <a:pt x="1394" y="1564"/>
                    <a:pt x="3052" y="727"/>
                    <a:pt x="5548" y="398"/>
                  </a:cubicBezTo>
                  <a:cubicBezTo>
                    <a:pt x="8576" y="0"/>
                    <a:pt x="12580" y="394"/>
                    <a:pt x="16532" y="1479"/>
                  </a:cubicBezTo>
                  <a:cubicBezTo>
                    <a:pt x="19911" y="2407"/>
                    <a:pt x="22876" y="3735"/>
                    <a:pt x="24879" y="5219"/>
                  </a:cubicBezTo>
                  <a:cubicBezTo>
                    <a:pt x="27139" y="6892"/>
                    <a:pt x="27969" y="8622"/>
                    <a:pt x="27219" y="10087"/>
                  </a:cubicBezTo>
                  <a:cubicBezTo>
                    <a:pt x="26577" y="11340"/>
                    <a:pt x="24919" y="12177"/>
                    <a:pt x="22422" y="12506"/>
                  </a:cubicBezTo>
                  <a:cubicBezTo>
                    <a:pt x="20011" y="12822"/>
                    <a:pt x="16980" y="12637"/>
                    <a:pt x="13849" y="12001"/>
                  </a:cubicBezTo>
                  <a:close/>
                  <a:moveTo>
                    <a:pt x="5669" y="976"/>
                  </a:moveTo>
                  <a:cubicBezTo>
                    <a:pt x="3465" y="1267"/>
                    <a:pt x="2018" y="1972"/>
                    <a:pt x="1483" y="3018"/>
                  </a:cubicBezTo>
                  <a:cubicBezTo>
                    <a:pt x="850" y="4253"/>
                    <a:pt x="1620" y="5760"/>
                    <a:pt x="3648" y="7263"/>
                  </a:cubicBezTo>
                  <a:cubicBezTo>
                    <a:pt x="5577" y="8691"/>
                    <a:pt x="8444" y="9974"/>
                    <a:pt x="11722" y="10873"/>
                  </a:cubicBezTo>
                  <a:cubicBezTo>
                    <a:pt x="15549" y="11924"/>
                    <a:pt x="19406" y="12308"/>
                    <a:pt x="22302" y="11926"/>
                  </a:cubicBezTo>
                  <a:cubicBezTo>
                    <a:pt x="24505" y="11636"/>
                    <a:pt x="25954" y="10931"/>
                    <a:pt x="26489" y="9885"/>
                  </a:cubicBezTo>
                  <a:cubicBezTo>
                    <a:pt x="27121" y="8650"/>
                    <a:pt x="26352" y="7142"/>
                    <a:pt x="24323" y="5640"/>
                  </a:cubicBezTo>
                  <a:cubicBezTo>
                    <a:pt x="22395" y="4213"/>
                    <a:pt x="19527" y="2930"/>
                    <a:pt x="16249" y="2030"/>
                  </a:cubicBezTo>
                  <a:cubicBezTo>
                    <a:pt x="12421" y="979"/>
                    <a:pt x="8566" y="595"/>
                    <a:pt x="5669" y="976"/>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9" name="Google Shape;1789;p85"/>
            <p:cNvGrpSpPr/>
            <p:nvPr/>
          </p:nvGrpSpPr>
          <p:grpSpPr>
            <a:xfrm rot="1872304">
              <a:off x="6475498" y="913164"/>
              <a:ext cx="1246740" cy="1490525"/>
              <a:chOff x="4040314" y="1769061"/>
              <a:chExt cx="315323" cy="376981"/>
            </a:xfrm>
          </p:grpSpPr>
          <p:sp>
            <p:nvSpPr>
              <p:cNvPr id="1790" name="Google Shape;1790;p85"/>
              <p:cNvSpPr/>
              <p:nvPr/>
            </p:nvSpPr>
            <p:spPr>
              <a:xfrm>
                <a:off x="4040314" y="1769061"/>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85"/>
              <p:cNvSpPr/>
              <p:nvPr/>
            </p:nvSpPr>
            <p:spPr>
              <a:xfrm>
                <a:off x="4060093" y="1890752"/>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85"/>
              <p:cNvSpPr/>
              <p:nvPr/>
            </p:nvSpPr>
            <p:spPr>
              <a:xfrm>
                <a:off x="4040314" y="1769061"/>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3" name="Google Shape;1793;p85"/>
            <p:cNvGrpSpPr/>
            <p:nvPr/>
          </p:nvGrpSpPr>
          <p:grpSpPr>
            <a:xfrm rot="8100000">
              <a:off x="6354721" y="787529"/>
              <a:ext cx="230905" cy="276055"/>
              <a:chOff x="4040314" y="1769061"/>
              <a:chExt cx="315323" cy="376981"/>
            </a:xfrm>
          </p:grpSpPr>
          <p:sp>
            <p:nvSpPr>
              <p:cNvPr id="1794" name="Google Shape;1794;p85"/>
              <p:cNvSpPr/>
              <p:nvPr/>
            </p:nvSpPr>
            <p:spPr>
              <a:xfrm>
                <a:off x="4040314" y="1769061"/>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85"/>
              <p:cNvSpPr/>
              <p:nvPr/>
            </p:nvSpPr>
            <p:spPr>
              <a:xfrm>
                <a:off x="4060093" y="1890752"/>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85"/>
              <p:cNvSpPr/>
              <p:nvPr/>
            </p:nvSpPr>
            <p:spPr>
              <a:xfrm>
                <a:off x="4040314" y="1769061"/>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7" name="Google Shape;1797;p85"/>
            <p:cNvSpPr/>
            <p:nvPr/>
          </p:nvSpPr>
          <p:spPr>
            <a:xfrm rot="1872388">
              <a:off x="5920807" y="1307767"/>
              <a:ext cx="1932647" cy="701320"/>
            </a:xfrm>
            <a:custGeom>
              <a:avLst/>
              <a:gdLst/>
              <a:ahLst/>
              <a:cxnLst/>
              <a:rect l="l" t="t" r="r" b="b"/>
              <a:pathLst>
                <a:path w="27124" h="9842" extrusionOk="0">
                  <a:moveTo>
                    <a:pt x="26503" y="6727"/>
                  </a:moveTo>
                  <a:cubicBezTo>
                    <a:pt x="26479" y="6787"/>
                    <a:pt x="26453" y="6846"/>
                    <a:pt x="26424" y="6905"/>
                  </a:cubicBezTo>
                  <a:cubicBezTo>
                    <a:pt x="25889" y="7950"/>
                    <a:pt x="24440" y="8656"/>
                    <a:pt x="22237" y="8946"/>
                  </a:cubicBezTo>
                  <a:cubicBezTo>
                    <a:pt x="19341" y="9327"/>
                    <a:pt x="15484" y="8944"/>
                    <a:pt x="11657" y="7892"/>
                  </a:cubicBezTo>
                  <a:cubicBezTo>
                    <a:pt x="8379" y="6993"/>
                    <a:pt x="5512" y="5710"/>
                    <a:pt x="3583" y="4283"/>
                  </a:cubicBezTo>
                  <a:cubicBezTo>
                    <a:pt x="1777" y="2945"/>
                    <a:pt x="970" y="1604"/>
                    <a:pt x="1260" y="455"/>
                  </a:cubicBezTo>
                  <a:lnTo>
                    <a:pt x="610" y="0"/>
                  </a:lnTo>
                  <a:cubicBezTo>
                    <a:pt x="0" y="1431"/>
                    <a:pt x="852" y="3093"/>
                    <a:pt x="3026" y="4704"/>
                  </a:cubicBezTo>
                  <a:cubicBezTo>
                    <a:pt x="5031" y="6188"/>
                    <a:pt x="7996" y="7516"/>
                    <a:pt x="11374" y="8445"/>
                  </a:cubicBezTo>
                  <a:cubicBezTo>
                    <a:pt x="12178" y="8666"/>
                    <a:pt x="12985" y="8858"/>
                    <a:pt x="13784" y="9020"/>
                  </a:cubicBezTo>
                  <a:cubicBezTo>
                    <a:pt x="16915" y="9656"/>
                    <a:pt x="19946" y="9841"/>
                    <a:pt x="22357" y="9524"/>
                  </a:cubicBezTo>
                  <a:cubicBezTo>
                    <a:pt x="24817" y="9201"/>
                    <a:pt x="26462" y="8382"/>
                    <a:pt x="27123" y="7159"/>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8" name="Google Shape;1798;p85"/>
            <p:cNvGrpSpPr/>
            <p:nvPr/>
          </p:nvGrpSpPr>
          <p:grpSpPr>
            <a:xfrm rot="-6310037">
              <a:off x="7553976" y="1970119"/>
              <a:ext cx="230914" cy="276066"/>
              <a:chOff x="4040314" y="1769061"/>
              <a:chExt cx="315323" cy="376981"/>
            </a:xfrm>
          </p:grpSpPr>
          <p:sp>
            <p:nvSpPr>
              <p:cNvPr id="1799" name="Google Shape;1799;p85"/>
              <p:cNvSpPr/>
              <p:nvPr/>
            </p:nvSpPr>
            <p:spPr>
              <a:xfrm>
                <a:off x="4040314" y="1769061"/>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85"/>
              <p:cNvSpPr/>
              <p:nvPr/>
            </p:nvSpPr>
            <p:spPr>
              <a:xfrm>
                <a:off x="4060093" y="1890752"/>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85"/>
              <p:cNvSpPr/>
              <p:nvPr/>
            </p:nvSpPr>
            <p:spPr>
              <a:xfrm>
                <a:off x="4040314" y="1769061"/>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 name="Text Box 4"/>
          <p:cNvSpPr txBox="1"/>
          <p:nvPr/>
        </p:nvSpPr>
        <p:spPr>
          <a:xfrm>
            <a:off x="981075" y="798195"/>
            <a:ext cx="6647180" cy="521970"/>
          </a:xfrm>
          <a:prstGeom prst="rect">
            <a:avLst/>
          </a:prstGeom>
          <a:noFill/>
        </p:spPr>
        <p:txBody>
          <a:bodyPr wrap="square" rtlCol="0">
            <a:spAutoFit/>
          </a:bodyPr>
          <a:lstStyle/>
          <a:p>
            <a:r>
              <a:rPr lang="en-US" sz="2800" b="1">
                <a:ln>
                  <a:noFill/>
                </a:ln>
                <a:solidFill>
                  <a:schemeClr val="tx2"/>
                </a:solidFill>
                <a:latin typeface="Times New Roman" panose="02020603050405020304" charset="0"/>
                <a:cs typeface="Times New Roman" panose="02020603050405020304" charset="0"/>
              </a:rPr>
              <a:t>CLOUD SECURITY CHALLENGES</a:t>
            </a:r>
          </a:p>
        </p:txBody>
      </p:sp>
      <p:sp>
        <p:nvSpPr>
          <p:cNvPr id="6" name="Text Box 5"/>
          <p:cNvSpPr txBox="1"/>
          <p:nvPr/>
        </p:nvSpPr>
        <p:spPr>
          <a:xfrm>
            <a:off x="1259205" y="1563370"/>
            <a:ext cx="6802120" cy="2061210"/>
          </a:xfrm>
          <a:prstGeom prst="rect">
            <a:avLst/>
          </a:prstGeom>
          <a:noFill/>
        </p:spPr>
        <p:txBody>
          <a:bodyPr wrap="square" rtlCol="0">
            <a:spAutoFit/>
          </a:bodyPr>
          <a:lstStyle/>
          <a:p>
            <a:pPr marL="457200" indent="-457200">
              <a:buClr>
                <a:srgbClr val="FFFFFF"/>
              </a:buClr>
              <a:buFont typeface="Wingdings" panose="05000000000000000000" charset="0"/>
              <a:buChar char="Ø"/>
            </a:pPr>
            <a:r>
              <a:rPr lang="en-US" sz="3200">
                <a:solidFill>
                  <a:schemeClr val="tx2"/>
                </a:solidFill>
                <a:latin typeface="Times New Roman" panose="02020603050405020304" charset="0"/>
                <a:cs typeface="Times New Roman" panose="02020603050405020304" charset="0"/>
              </a:rPr>
              <a:t>Data Breaches</a:t>
            </a:r>
          </a:p>
          <a:p>
            <a:pPr marL="457200" indent="-457200">
              <a:buClr>
                <a:srgbClr val="FFFFFF"/>
              </a:buClr>
              <a:buFont typeface="Wingdings" panose="05000000000000000000" charset="0"/>
              <a:buChar char="Ø"/>
            </a:pPr>
            <a:r>
              <a:rPr lang="en-US" sz="3200">
                <a:solidFill>
                  <a:schemeClr val="tx2"/>
                </a:solidFill>
                <a:latin typeface="Times New Roman" panose="02020603050405020304" charset="0"/>
                <a:cs typeface="Times New Roman" panose="02020603050405020304" charset="0"/>
              </a:rPr>
              <a:t>Insecure Interfaces</a:t>
            </a:r>
          </a:p>
          <a:p>
            <a:pPr marL="457200" indent="-457200">
              <a:buClr>
                <a:srgbClr val="FFFFFF"/>
              </a:buClr>
              <a:buFont typeface="Wingdings" panose="05000000000000000000" charset="0"/>
              <a:buChar char="Ø"/>
            </a:pPr>
            <a:r>
              <a:rPr lang="en-US" sz="3200">
                <a:solidFill>
                  <a:schemeClr val="tx2"/>
                </a:solidFill>
                <a:latin typeface="Times New Roman" panose="02020603050405020304" charset="0"/>
                <a:cs typeface="Times New Roman" panose="02020603050405020304" charset="0"/>
              </a:rPr>
              <a:t>Account Hijacking</a:t>
            </a:r>
          </a:p>
          <a:p>
            <a:pPr marL="457200" indent="-457200">
              <a:buClr>
                <a:srgbClr val="FFFFFF"/>
              </a:buClr>
              <a:buFont typeface="Wingdings" panose="05000000000000000000" charset="0"/>
              <a:buChar char="Ø"/>
            </a:pPr>
            <a:r>
              <a:rPr lang="en-US" sz="3200">
                <a:solidFill>
                  <a:schemeClr val="tx2"/>
                </a:solidFill>
                <a:latin typeface="Times New Roman" panose="02020603050405020304" charset="0"/>
                <a:cs typeface="Times New Roman" panose="02020603050405020304" charset="0"/>
              </a:rPr>
              <a:t>Insider Threats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70"/>
                                        </p:tgtEl>
                                        <p:attrNameLst>
                                          <p:attrName>style.visibility</p:attrName>
                                        </p:attrNameLst>
                                      </p:cBhvr>
                                      <p:to>
                                        <p:strVal val="visible"/>
                                      </p:to>
                                    </p:set>
                                    <p:animEffect transition="in" filter="fade">
                                      <p:cBhvr>
                                        <p:cTn id="7" dur="1000"/>
                                        <p:tgtEl>
                                          <p:spTgt spid="1770"/>
                                        </p:tgtEl>
                                      </p:cBhvr>
                                    </p:animEffect>
                                  </p:childTnLst>
                                </p:cTn>
                              </p:par>
                              <p:par>
                                <p:cTn id="8" presetID="10" presetClass="entr" presetSubtype="0" fill="hold" nodeType="withEffect">
                                  <p:stCondLst>
                                    <p:cond delay="0"/>
                                  </p:stCondLst>
                                  <p:childTnLst>
                                    <p:set>
                                      <p:cBhvr>
                                        <p:cTn id="9" dur="1" fill="hold">
                                          <p:stCondLst>
                                            <p:cond delay="0"/>
                                          </p:stCondLst>
                                        </p:cTn>
                                        <p:tgtEl>
                                          <p:spTgt spid="1776"/>
                                        </p:tgtEl>
                                        <p:attrNameLst>
                                          <p:attrName>style.visibility</p:attrName>
                                        </p:attrNameLst>
                                      </p:cBhvr>
                                      <p:to>
                                        <p:strVal val="visible"/>
                                      </p:to>
                                    </p:set>
                                    <p:animEffect transition="in" filter="fade">
                                      <p:cBhvr>
                                        <p:cTn id="10" dur="1000"/>
                                        <p:tgtEl>
                                          <p:spTgt spid="1776"/>
                                        </p:tgtEl>
                                      </p:cBhvr>
                                    </p:animEffect>
                                  </p:childTnLst>
                                </p:cTn>
                              </p:par>
                              <p:par>
                                <p:cTn id="11" presetID="10" presetClass="entr" presetSubtype="0" fill="hold" nodeType="withEffect">
                                  <p:stCondLst>
                                    <p:cond delay="0"/>
                                  </p:stCondLst>
                                  <p:childTnLst>
                                    <p:set>
                                      <p:cBhvr>
                                        <p:cTn id="12" dur="1" fill="hold">
                                          <p:stCondLst>
                                            <p:cond delay="0"/>
                                          </p:stCondLst>
                                        </p:cTn>
                                        <p:tgtEl>
                                          <p:spTgt spid="1787"/>
                                        </p:tgtEl>
                                        <p:attrNameLst>
                                          <p:attrName>style.visibility</p:attrName>
                                        </p:attrNameLst>
                                      </p:cBhvr>
                                      <p:to>
                                        <p:strVal val="visible"/>
                                      </p:to>
                                    </p:set>
                                    <p:animEffect transition="in" filter="fade">
                                      <p:cBhvr>
                                        <p:cTn id="13" dur="1000"/>
                                        <p:tgtEl>
                                          <p:spTgt spid="1787"/>
                                        </p:tgtEl>
                                      </p:cBhvr>
                                    </p:animEffect>
                                  </p:childTnLst>
                                </p:cTn>
                              </p:par>
                              <p:par>
                                <p:cTn id="14" presetID="10" presetClass="entr" presetSubtype="0" fill="hold" nodeType="withEffect">
                                  <p:stCondLst>
                                    <p:cond delay="0"/>
                                  </p:stCondLst>
                                  <p:childTnLst>
                                    <p:set>
                                      <p:cBhvr>
                                        <p:cTn id="15" dur="1" fill="hold">
                                          <p:stCondLst>
                                            <p:cond delay="0"/>
                                          </p:stCondLst>
                                        </p:cTn>
                                        <p:tgtEl>
                                          <p:spTgt spid="1773"/>
                                        </p:tgtEl>
                                        <p:attrNameLst>
                                          <p:attrName>style.visibility</p:attrName>
                                        </p:attrNameLst>
                                      </p:cBhvr>
                                      <p:to>
                                        <p:strVal val="visible"/>
                                      </p:to>
                                    </p:set>
                                    <p:animEffect transition="in" filter="fade">
                                      <p:cBhvr>
                                        <p:cTn id="16" dur="1000"/>
                                        <p:tgtEl>
                                          <p:spTgt spid="1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5"/>
        <p:cNvGrpSpPr/>
        <p:nvPr/>
      </p:nvGrpSpPr>
      <p:grpSpPr>
        <a:xfrm>
          <a:off x="0" y="0"/>
          <a:ext cx="0" cy="0"/>
          <a:chOff x="0" y="0"/>
          <a:chExt cx="0" cy="0"/>
        </a:xfrm>
      </p:grpSpPr>
      <p:sp>
        <p:nvSpPr>
          <p:cNvPr id="1811" name="Google Shape;1811;p86"/>
          <p:cNvSpPr txBox="1">
            <a:spLocks noGrp="1"/>
          </p:cNvSpPr>
          <p:nvPr>
            <p:ph type="subTitle" idx="1"/>
          </p:nvPr>
        </p:nvSpPr>
        <p:spPr>
          <a:xfrm>
            <a:off x="883285" y="2139950"/>
            <a:ext cx="6982460" cy="214249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Wingdings" panose="05000000000000000000" charset="0"/>
              <a:buChar char="Ø"/>
            </a:pPr>
            <a:r>
              <a:rPr lang="en-US" altLang="en-GB" sz="3200">
                <a:latin typeface="Times New Roman" panose="02020603050405020304" charset="0"/>
                <a:cs typeface="Times New Roman" panose="02020603050405020304" charset="0"/>
              </a:rPr>
              <a:t>Regular Security Audits</a:t>
            </a:r>
          </a:p>
          <a:p>
            <a:pPr marL="285750" lvl="0" indent="-285750" algn="l" rtl="0">
              <a:spcBef>
                <a:spcPts val="0"/>
              </a:spcBef>
              <a:spcAft>
                <a:spcPts val="0"/>
              </a:spcAft>
              <a:buFont typeface="Wingdings" panose="05000000000000000000" charset="0"/>
              <a:buChar char="Ø"/>
            </a:pPr>
            <a:r>
              <a:rPr lang="en-US" altLang="en-GB" sz="3200">
                <a:latin typeface="Times New Roman" panose="02020603050405020304" charset="0"/>
                <a:cs typeface="Times New Roman" panose="02020603050405020304" charset="0"/>
              </a:rPr>
              <a:t>Implementing Strong Access Controls</a:t>
            </a:r>
          </a:p>
          <a:p>
            <a:pPr marL="285750" lvl="0" indent="-285750" algn="l" rtl="0">
              <a:spcBef>
                <a:spcPts val="0"/>
              </a:spcBef>
              <a:spcAft>
                <a:spcPts val="0"/>
              </a:spcAft>
              <a:buFont typeface="Wingdings" panose="05000000000000000000" charset="0"/>
              <a:buChar char="Ø"/>
            </a:pPr>
            <a:r>
              <a:rPr lang="en-US" altLang="en-GB" sz="3200">
                <a:latin typeface="Times New Roman" panose="02020603050405020304" charset="0"/>
                <a:cs typeface="Times New Roman" panose="02020603050405020304" charset="0"/>
              </a:rPr>
              <a:t>Data Encryption</a:t>
            </a:r>
          </a:p>
          <a:p>
            <a:pPr marL="285750" lvl="0" indent="-285750" algn="l" rtl="0">
              <a:spcBef>
                <a:spcPts val="0"/>
              </a:spcBef>
              <a:spcAft>
                <a:spcPts val="0"/>
              </a:spcAft>
              <a:buFont typeface="Wingdings" panose="05000000000000000000" charset="0"/>
              <a:buChar char="Ø"/>
            </a:pPr>
            <a:r>
              <a:rPr lang="en-US" altLang="en-GB" sz="3200">
                <a:latin typeface="Times New Roman" panose="02020603050405020304" charset="0"/>
                <a:cs typeface="Times New Roman" panose="02020603050405020304" charset="0"/>
              </a:rPr>
              <a:t>Continuous Monitoring</a:t>
            </a:r>
          </a:p>
        </p:txBody>
      </p:sp>
      <p:sp>
        <p:nvSpPr>
          <p:cNvPr id="1815" name="Google Shape;1815;p86"/>
          <p:cNvSpPr txBox="1">
            <a:spLocks noGrp="1"/>
          </p:cNvSpPr>
          <p:nvPr>
            <p:ph type="title" idx="9"/>
          </p:nvPr>
        </p:nvSpPr>
        <p:spPr>
          <a:xfrm>
            <a:off x="1331595" y="1059815"/>
            <a:ext cx="7138035" cy="52768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latin typeface="Times New Roman" panose="02020603050405020304" charset="0"/>
                <a:cs typeface="Times New Roman" panose="02020603050405020304" charset="0"/>
              </a:rPr>
              <a:t>BEST PRACTICES FOR SECURING VIRTUAL ENVIRONMENTS</a:t>
            </a:r>
          </a:p>
        </p:txBody>
      </p:sp>
      <p:grpSp>
        <p:nvGrpSpPr>
          <p:cNvPr id="1822" name="Google Shape;1822;p86"/>
          <p:cNvGrpSpPr/>
          <p:nvPr/>
        </p:nvGrpSpPr>
        <p:grpSpPr>
          <a:xfrm rot="8100000">
            <a:off x="924866" y="555897"/>
            <a:ext cx="470508" cy="545610"/>
            <a:chOff x="5320111" y="1881293"/>
            <a:chExt cx="470512" cy="545615"/>
          </a:xfrm>
        </p:grpSpPr>
        <p:sp>
          <p:nvSpPr>
            <p:cNvPr id="1823" name="Google Shape;1823;p86"/>
            <p:cNvSpPr/>
            <p:nvPr/>
          </p:nvSpPr>
          <p:spPr>
            <a:xfrm>
              <a:off x="5587062" y="1881293"/>
              <a:ext cx="203557" cy="545107"/>
            </a:xfrm>
            <a:custGeom>
              <a:avLst/>
              <a:gdLst/>
              <a:ahLst/>
              <a:cxnLst/>
              <a:rect l="l" t="t" r="r" b="b"/>
              <a:pathLst>
                <a:path w="5545" h="14849" extrusionOk="0">
                  <a:moveTo>
                    <a:pt x="5544" y="14849"/>
                  </a:moveTo>
                  <a:lnTo>
                    <a:pt x="1" y="10375"/>
                  </a:lnTo>
                  <a:lnTo>
                    <a:pt x="3802" y="0"/>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86"/>
            <p:cNvSpPr/>
            <p:nvPr/>
          </p:nvSpPr>
          <p:spPr>
            <a:xfrm>
              <a:off x="5320111" y="1881293"/>
              <a:ext cx="406563" cy="380903"/>
            </a:xfrm>
            <a:custGeom>
              <a:avLst/>
              <a:gdLst/>
              <a:ahLst/>
              <a:cxnLst/>
              <a:rect l="l" t="t" r="r" b="b"/>
              <a:pathLst>
                <a:path w="11075" h="10376" extrusionOk="0">
                  <a:moveTo>
                    <a:pt x="11074" y="0"/>
                  </a:moveTo>
                  <a:lnTo>
                    <a:pt x="7273" y="10375"/>
                  </a:lnTo>
                  <a:lnTo>
                    <a:pt x="1" y="10138"/>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86"/>
            <p:cNvSpPr/>
            <p:nvPr/>
          </p:nvSpPr>
          <p:spPr>
            <a:xfrm>
              <a:off x="5320111" y="2253453"/>
              <a:ext cx="470512" cy="173455"/>
            </a:xfrm>
            <a:custGeom>
              <a:avLst/>
              <a:gdLst/>
              <a:ahLst/>
              <a:cxnLst/>
              <a:rect l="l" t="t" r="r" b="b"/>
              <a:pathLst>
                <a:path w="12817" h="4725" extrusionOk="0">
                  <a:moveTo>
                    <a:pt x="1" y="0"/>
                  </a:moveTo>
                  <a:lnTo>
                    <a:pt x="7273" y="237"/>
                  </a:lnTo>
                  <a:lnTo>
                    <a:pt x="12816" y="4711"/>
                  </a:lnTo>
                  <a:lnTo>
                    <a:pt x="5673" y="472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6" name="Google Shape;1826;p86"/>
          <p:cNvGrpSpPr/>
          <p:nvPr/>
        </p:nvGrpSpPr>
        <p:grpSpPr>
          <a:xfrm>
            <a:off x="1376889" y="810961"/>
            <a:ext cx="315323" cy="376981"/>
            <a:chOff x="4040314" y="1769061"/>
            <a:chExt cx="315323" cy="376981"/>
          </a:xfrm>
        </p:grpSpPr>
        <p:sp>
          <p:nvSpPr>
            <p:cNvPr id="1827" name="Google Shape;1827;p86"/>
            <p:cNvSpPr/>
            <p:nvPr/>
          </p:nvSpPr>
          <p:spPr>
            <a:xfrm>
              <a:off x="4040314" y="1769061"/>
              <a:ext cx="132487" cy="376981"/>
            </a:xfrm>
            <a:custGeom>
              <a:avLst/>
              <a:gdLst/>
              <a:ahLst/>
              <a:cxnLst/>
              <a:rect l="l" t="t" r="r" b="b"/>
              <a:pathLst>
                <a:path w="3597" h="10235" extrusionOk="0">
                  <a:moveTo>
                    <a:pt x="1" y="0"/>
                  </a:moveTo>
                  <a:lnTo>
                    <a:pt x="3596" y="3305"/>
                  </a:lnTo>
                  <a:lnTo>
                    <a:pt x="538" y="10235"/>
                  </a:ln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86"/>
            <p:cNvSpPr/>
            <p:nvPr/>
          </p:nvSpPr>
          <p:spPr>
            <a:xfrm>
              <a:off x="4060093" y="1890752"/>
              <a:ext cx="295544" cy="255286"/>
            </a:xfrm>
            <a:custGeom>
              <a:avLst/>
              <a:gdLst/>
              <a:ahLst/>
              <a:cxnLst/>
              <a:rect l="l" t="t" r="r" b="b"/>
              <a:pathLst>
                <a:path w="8024" h="6931" extrusionOk="0">
                  <a:moveTo>
                    <a:pt x="1" y="6931"/>
                  </a:moveTo>
                  <a:lnTo>
                    <a:pt x="3059" y="1"/>
                  </a:lnTo>
                  <a:lnTo>
                    <a:pt x="8024" y="484"/>
                  </a:lnTo>
                  <a:close/>
                </a:path>
              </a:pathLst>
            </a:custGeom>
            <a:gradFill>
              <a:gsLst>
                <a:gs pos="0">
                  <a:schemeClr val="accent5"/>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86"/>
            <p:cNvSpPr/>
            <p:nvPr/>
          </p:nvSpPr>
          <p:spPr>
            <a:xfrm>
              <a:off x="4040314" y="1769061"/>
              <a:ext cx="315323" cy="139558"/>
            </a:xfrm>
            <a:custGeom>
              <a:avLst/>
              <a:gdLst/>
              <a:ahLst/>
              <a:cxnLst/>
              <a:rect l="l" t="t" r="r" b="b"/>
              <a:pathLst>
                <a:path w="8561" h="3789" extrusionOk="0">
                  <a:moveTo>
                    <a:pt x="8561" y="3788"/>
                  </a:moveTo>
                  <a:lnTo>
                    <a:pt x="3596" y="3305"/>
                  </a:lnTo>
                  <a:lnTo>
                    <a:pt x="1" y="0"/>
                  </a:lnTo>
                  <a:lnTo>
                    <a:pt x="4888" y="305"/>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0" name="Google Shape;1830;p86"/>
          <p:cNvSpPr/>
          <p:nvPr/>
        </p:nvSpPr>
        <p:spPr>
          <a:xfrm>
            <a:off x="8835671" y="3748153"/>
            <a:ext cx="208877" cy="208877"/>
          </a:xfrm>
          <a:custGeom>
            <a:avLst/>
            <a:gdLst/>
            <a:ahLst/>
            <a:cxnLst/>
            <a:rect l="l" t="t" r="r" b="b"/>
            <a:pathLst>
              <a:path w="5671" h="5671" extrusionOk="0">
                <a:moveTo>
                  <a:pt x="2836" y="0"/>
                </a:moveTo>
                <a:cubicBezTo>
                  <a:pt x="1270" y="0"/>
                  <a:pt x="1" y="1269"/>
                  <a:pt x="1" y="2835"/>
                </a:cubicBezTo>
                <a:cubicBezTo>
                  <a:pt x="1" y="4401"/>
                  <a:pt x="1270" y="5670"/>
                  <a:pt x="2836" y="5670"/>
                </a:cubicBezTo>
                <a:cubicBezTo>
                  <a:pt x="4402" y="5670"/>
                  <a:pt x="5671" y="4401"/>
                  <a:pt x="5671" y="2835"/>
                </a:cubicBezTo>
                <a:cubicBezTo>
                  <a:pt x="5671" y="1269"/>
                  <a:pt x="4402" y="0"/>
                  <a:pt x="2836" y="0"/>
                </a:cubicBezTo>
                <a:close/>
                <a:moveTo>
                  <a:pt x="2836" y="3409"/>
                </a:moveTo>
                <a:cubicBezTo>
                  <a:pt x="2603" y="3409"/>
                  <a:pt x="2395" y="3269"/>
                  <a:pt x="2306" y="3055"/>
                </a:cubicBezTo>
                <a:cubicBezTo>
                  <a:pt x="2217" y="2841"/>
                  <a:pt x="2266" y="2595"/>
                  <a:pt x="2431" y="2430"/>
                </a:cubicBezTo>
                <a:cubicBezTo>
                  <a:pt x="2594" y="2267"/>
                  <a:pt x="2840" y="2217"/>
                  <a:pt x="3055" y="2306"/>
                </a:cubicBezTo>
                <a:cubicBezTo>
                  <a:pt x="3269" y="2395"/>
                  <a:pt x="3409" y="2604"/>
                  <a:pt x="3409" y="2835"/>
                </a:cubicBezTo>
                <a:cubicBezTo>
                  <a:pt x="3409" y="3152"/>
                  <a:pt x="3152" y="3408"/>
                  <a:pt x="2836" y="3408"/>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86"/>
          <p:cNvSpPr/>
          <p:nvPr/>
        </p:nvSpPr>
        <p:spPr>
          <a:xfrm>
            <a:off x="8579354" y="4251082"/>
            <a:ext cx="315301" cy="315301"/>
          </a:xfrm>
          <a:custGeom>
            <a:avLst/>
            <a:gdLst/>
            <a:ahLst/>
            <a:cxnLst/>
            <a:rect l="l" t="t" r="r" b="b"/>
            <a:pathLst>
              <a:path w="5720" h="5720" extrusionOk="0">
                <a:moveTo>
                  <a:pt x="5720" y="2860"/>
                </a:moveTo>
                <a:cubicBezTo>
                  <a:pt x="5720" y="4440"/>
                  <a:pt x="4439" y="5719"/>
                  <a:pt x="2860" y="5719"/>
                </a:cubicBezTo>
                <a:cubicBezTo>
                  <a:pt x="1281" y="5719"/>
                  <a:pt x="0" y="4440"/>
                  <a:pt x="0" y="2860"/>
                </a:cubicBezTo>
                <a:cubicBezTo>
                  <a:pt x="0" y="1281"/>
                  <a:pt x="1281" y="1"/>
                  <a:pt x="2860" y="1"/>
                </a:cubicBezTo>
                <a:cubicBezTo>
                  <a:pt x="4439" y="1"/>
                  <a:pt x="5720" y="1281"/>
                  <a:pt x="5720" y="2860"/>
                </a:cubicBezTo>
                <a:close/>
              </a:path>
            </a:pathLst>
          </a:custGeom>
          <a:gradFill>
            <a:gsLst>
              <a:gs pos="0">
                <a:schemeClr val="accent3"/>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2" name="Google Shape;1832;p86"/>
          <p:cNvGrpSpPr/>
          <p:nvPr/>
        </p:nvGrpSpPr>
        <p:grpSpPr>
          <a:xfrm>
            <a:off x="828981" y="1187962"/>
            <a:ext cx="310599" cy="294704"/>
            <a:chOff x="2327131" y="3148937"/>
            <a:chExt cx="310599" cy="294704"/>
          </a:xfrm>
        </p:grpSpPr>
        <p:sp>
          <p:nvSpPr>
            <p:cNvPr id="1833" name="Google Shape;1833;p86"/>
            <p:cNvSpPr/>
            <p:nvPr/>
          </p:nvSpPr>
          <p:spPr>
            <a:xfrm>
              <a:off x="2374165" y="3148937"/>
              <a:ext cx="263565" cy="242106"/>
            </a:xfrm>
            <a:custGeom>
              <a:avLst/>
              <a:gdLst/>
              <a:ahLst/>
              <a:cxnLst/>
              <a:rect l="l" t="t" r="r" b="b"/>
              <a:pathLst>
                <a:path w="6915" h="6352" extrusionOk="0">
                  <a:moveTo>
                    <a:pt x="0" y="838"/>
                  </a:moveTo>
                  <a:lnTo>
                    <a:pt x="749" y="1"/>
                  </a:lnTo>
                  <a:lnTo>
                    <a:pt x="6914" y="5515"/>
                  </a:lnTo>
                  <a:lnTo>
                    <a:pt x="6165" y="6352"/>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86"/>
            <p:cNvSpPr/>
            <p:nvPr/>
          </p:nvSpPr>
          <p:spPr>
            <a:xfrm>
              <a:off x="2327131" y="3201458"/>
              <a:ext cx="263603" cy="242183"/>
            </a:xfrm>
            <a:custGeom>
              <a:avLst/>
              <a:gdLst/>
              <a:ahLst/>
              <a:cxnLst/>
              <a:rect l="l" t="t" r="r" b="b"/>
              <a:pathLst>
                <a:path w="6916" h="6354" extrusionOk="0">
                  <a:moveTo>
                    <a:pt x="1" y="839"/>
                  </a:moveTo>
                  <a:lnTo>
                    <a:pt x="750" y="1"/>
                  </a:lnTo>
                  <a:lnTo>
                    <a:pt x="6916" y="5516"/>
                  </a:lnTo>
                  <a:lnTo>
                    <a:pt x="6167" y="6353"/>
                  </a:lnTo>
                  <a:close/>
                </a:path>
              </a:pathLst>
            </a:custGeom>
            <a:gradFill>
              <a:gsLst>
                <a:gs pos="0">
                  <a:schemeClr val="accent5"/>
                </a:gs>
                <a:gs pos="100000">
                  <a:schemeClr val="accent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5" name="Google Shape;1835;p86"/>
          <p:cNvGrpSpPr/>
          <p:nvPr/>
        </p:nvGrpSpPr>
        <p:grpSpPr>
          <a:xfrm>
            <a:off x="8343125" y="532948"/>
            <a:ext cx="171535" cy="722609"/>
            <a:chOff x="8668080" y="2328029"/>
            <a:chExt cx="127488" cy="537136"/>
          </a:xfrm>
        </p:grpSpPr>
        <p:sp>
          <p:nvSpPr>
            <p:cNvPr id="1836" name="Google Shape;1836;p86"/>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86"/>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86"/>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86"/>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86"/>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86"/>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86"/>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86"/>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86"/>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86"/>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86"/>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86"/>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8" name="Google Shape;1848;p86"/>
          <p:cNvGrpSpPr/>
          <p:nvPr/>
        </p:nvGrpSpPr>
        <p:grpSpPr>
          <a:xfrm>
            <a:off x="629338" y="3908736"/>
            <a:ext cx="171535" cy="722609"/>
            <a:chOff x="8668080" y="2328029"/>
            <a:chExt cx="127488" cy="537136"/>
          </a:xfrm>
        </p:grpSpPr>
        <p:sp>
          <p:nvSpPr>
            <p:cNvPr id="1849" name="Google Shape;1849;p86"/>
            <p:cNvSpPr/>
            <p:nvPr/>
          </p:nvSpPr>
          <p:spPr>
            <a:xfrm>
              <a:off x="8745387" y="2328029"/>
              <a:ext cx="50181" cy="43070"/>
            </a:xfrm>
            <a:custGeom>
              <a:avLst/>
              <a:gdLst/>
              <a:ahLst/>
              <a:cxnLst/>
              <a:rect l="l" t="t" r="r" b="b"/>
              <a:pathLst>
                <a:path w="875" h="751" extrusionOk="0">
                  <a:moveTo>
                    <a:pt x="376" y="1"/>
                  </a:moveTo>
                  <a:cubicBezTo>
                    <a:pt x="169" y="1"/>
                    <a:pt x="1" y="169"/>
                    <a:pt x="1" y="376"/>
                  </a:cubicBezTo>
                  <a:cubicBezTo>
                    <a:pt x="1" y="601"/>
                    <a:pt x="185" y="750"/>
                    <a:pt x="377" y="750"/>
                  </a:cubicBezTo>
                  <a:cubicBezTo>
                    <a:pt x="469" y="750"/>
                    <a:pt x="563" y="716"/>
                    <a:pt x="639" y="640"/>
                  </a:cubicBezTo>
                  <a:cubicBezTo>
                    <a:pt x="874" y="405"/>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86"/>
            <p:cNvSpPr/>
            <p:nvPr/>
          </p:nvSpPr>
          <p:spPr>
            <a:xfrm>
              <a:off x="8745387" y="2426900"/>
              <a:ext cx="50181" cy="43013"/>
            </a:xfrm>
            <a:custGeom>
              <a:avLst/>
              <a:gdLst/>
              <a:ahLst/>
              <a:cxnLst/>
              <a:rect l="l" t="t" r="r" b="b"/>
              <a:pathLst>
                <a:path w="875" h="750" extrusionOk="0">
                  <a:moveTo>
                    <a:pt x="376" y="1"/>
                  </a:moveTo>
                  <a:cubicBezTo>
                    <a:pt x="169" y="1"/>
                    <a:pt x="1" y="169"/>
                    <a:pt x="1" y="376"/>
                  </a:cubicBezTo>
                  <a:cubicBezTo>
                    <a:pt x="1" y="601"/>
                    <a:pt x="185" y="749"/>
                    <a:pt x="377" y="749"/>
                  </a:cubicBezTo>
                  <a:cubicBezTo>
                    <a:pt x="469" y="749"/>
                    <a:pt x="563" y="715"/>
                    <a:pt x="639" y="639"/>
                  </a:cubicBezTo>
                  <a:cubicBezTo>
                    <a:pt x="874" y="403"/>
                    <a:pt x="708" y="1"/>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86"/>
            <p:cNvSpPr/>
            <p:nvPr/>
          </p:nvSpPr>
          <p:spPr>
            <a:xfrm>
              <a:off x="8745387" y="2525771"/>
              <a:ext cx="50181" cy="42955"/>
            </a:xfrm>
            <a:custGeom>
              <a:avLst/>
              <a:gdLst/>
              <a:ahLst/>
              <a:cxnLst/>
              <a:rect l="l" t="t" r="r" b="b"/>
              <a:pathLst>
                <a:path w="875" h="749" extrusionOk="0">
                  <a:moveTo>
                    <a:pt x="374" y="0"/>
                  </a:moveTo>
                  <a:cubicBezTo>
                    <a:pt x="168" y="0"/>
                    <a:pt x="1" y="168"/>
                    <a:pt x="1" y="374"/>
                  </a:cubicBezTo>
                  <a:cubicBezTo>
                    <a:pt x="1" y="599"/>
                    <a:pt x="185" y="748"/>
                    <a:pt x="377" y="748"/>
                  </a:cubicBezTo>
                  <a:cubicBezTo>
                    <a:pt x="469" y="748"/>
                    <a:pt x="562" y="715"/>
                    <a:pt x="638" y="639"/>
                  </a:cubicBezTo>
                  <a:cubicBezTo>
                    <a:pt x="874" y="403"/>
                    <a:pt x="708" y="0"/>
                    <a:pt x="376" y="0"/>
                  </a:cubicBezTo>
                  <a:cubicBezTo>
                    <a:pt x="375" y="0"/>
                    <a:pt x="374"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86"/>
            <p:cNvSpPr/>
            <p:nvPr/>
          </p:nvSpPr>
          <p:spPr>
            <a:xfrm>
              <a:off x="8745387" y="2624526"/>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86"/>
            <p:cNvSpPr/>
            <p:nvPr/>
          </p:nvSpPr>
          <p:spPr>
            <a:xfrm>
              <a:off x="8745387" y="2723397"/>
              <a:ext cx="44733" cy="43013"/>
            </a:xfrm>
            <a:custGeom>
              <a:avLst/>
              <a:gdLst/>
              <a:ahLst/>
              <a:cxnLst/>
              <a:rect l="l" t="t" r="r" b="b"/>
              <a:pathLst>
                <a:path w="780" h="750" extrusionOk="0">
                  <a:moveTo>
                    <a:pt x="376" y="0"/>
                  </a:moveTo>
                  <a:cubicBezTo>
                    <a:pt x="169" y="0"/>
                    <a:pt x="1" y="168"/>
                    <a:pt x="1" y="374"/>
                  </a:cubicBezTo>
                  <a:cubicBezTo>
                    <a:pt x="1" y="526"/>
                    <a:pt x="92" y="663"/>
                    <a:pt x="232" y="720"/>
                  </a:cubicBezTo>
                  <a:cubicBezTo>
                    <a:pt x="279" y="740"/>
                    <a:pt x="328" y="749"/>
                    <a:pt x="376" y="749"/>
                  </a:cubicBezTo>
                  <a:cubicBezTo>
                    <a:pt x="474" y="749"/>
                    <a:pt x="569" y="711"/>
                    <a:pt x="640" y="640"/>
                  </a:cubicBezTo>
                  <a:cubicBezTo>
                    <a:pt x="747" y="532"/>
                    <a:pt x="780" y="371"/>
                    <a:pt x="721" y="231"/>
                  </a:cubicBezTo>
                  <a:cubicBezTo>
                    <a:pt x="663" y="91"/>
                    <a:pt x="527"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86"/>
            <p:cNvSpPr/>
            <p:nvPr/>
          </p:nvSpPr>
          <p:spPr>
            <a:xfrm>
              <a:off x="8745387" y="2822153"/>
              <a:ext cx="50181" cy="43013"/>
            </a:xfrm>
            <a:custGeom>
              <a:avLst/>
              <a:gdLst/>
              <a:ahLst/>
              <a:cxnLst/>
              <a:rect l="l" t="t" r="r" b="b"/>
              <a:pathLst>
                <a:path w="875" h="750" extrusionOk="0">
                  <a:moveTo>
                    <a:pt x="376" y="1"/>
                  </a:moveTo>
                  <a:cubicBezTo>
                    <a:pt x="169" y="1"/>
                    <a:pt x="1" y="169"/>
                    <a:pt x="1" y="375"/>
                  </a:cubicBezTo>
                  <a:cubicBezTo>
                    <a:pt x="1" y="600"/>
                    <a:pt x="185" y="750"/>
                    <a:pt x="377" y="750"/>
                  </a:cubicBezTo>
                  <a:cubicBezTo>
                    <a:pt x="469" y="750"/>
                    <a:pt x="562" y="715"/>
                    <a:pt x="638" y="639"/>
                  </a:cubicBezTo>
                  <a:cubicBezTo>
                    <a:pt x="874" y="404"/>
                    <a:pt x="708" y="2"/>
                    <a:pt x="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86"/>
            <p:cNvSpPr/>
            <p:nvPr/>
          </p:nvSpPr>
          <p:spPr>
            <a:xfrm>
              <a:off x="8668080" y="2328029"/>
              <a:ext cx="50181" cy="43070"/>
            </a:xfrm>
            <a:custGeom>
              <a:avLst/>
              <a:gdLst/>
              <a:ahLst/>
              <a:cxnLst/>
              <a:rect l="l" t="t" r="r" b="b"/>
              <a:pathLst>
                <a:path w="875" h="751" extrusionOk="0">
                  <a:moveTo>
                    <a:pt x="374" y="1"/>
                  </a:moveTo>
                  <a:cubicBezTo>
                    <a:pt x="168" y="1"/>
                    <a:pt x="0" y="169"/>
                    <a:pt x="0" y="376"/>
                  </a:cubicBezTo>
                  <a:cubicBezTo>
                    <a:pt x="1" y="601"/>
                    <a:pt x="185" y="750"/>
                    <a:pt x="377" y="750"/>
                  </a:cubicBezTo>
                  <a:cubicBezTo>
                    <a:pt x="469" y="750"/>
                    <a:pt x="563" y="716"/>
                    <a:pt x="639" y="640"/>
                  </a:cubicBezTo>
                  <a:cubicBezTo>
                    <a:pt x="875" y="404"/>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86"/>
            <p:cNvSpPr/>
            <p:nvPr/>
          </p:nvSpPr>
          <p:spPr>
            <a:xfrm>
              <a:off x="8668080" y="2426900"/>
              <a:ext cx="50181" cy="42955"/>
            </a:xfrm>
            <a:custGeom>
              <a:avLst/>
              <a:gdLst/>
              <a:ahLst/>
              <a:cxnLst/>
              <a:rect l="l" t="t" r="r" b="b"/>
              <a:pathLst>
                <a:path w="875" h="749" extrusionOk="0">
                  <a:moveTo>
                    <a:pt x="374" y="1"/>
                  </a:moveTo>
                  <a:cubicBezTo>
                    <a:pt x="168" y="1"/>
                    <a:pt x="0" y="169"/>
                    <a:pt x="0" y="376"/>
                  </a:cubicBezTo>
                  <a:cubicBezTo>
                    <a:pt x="1" y="600"/>
                    <a:pt x="185" y="749"/>
                    <a:pt x="377" y="749"/>
                  </a:cubicBezTo>
                  <a:cubicBezTo>
                    <a:pt x="469" y="749"/>
                    <a:pt x="563" y="715"/>
                    <a:pt x="639" y="638"/>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86"/>
            <p:cNvSpPr/>
            <p:nvPr/>
          </p:nvSpPr>
          <p:spPr>
            <a:xfrm>
              <a:off x="8668080" y="2525713"/>
              <a:ext cx="43013" cy="43070"/>
            </a:xfrm>
            <a:custGeom>
              <a:avLst/>
              <a:gdLst/>
              <a:ahLst/>
              <a:cxnLst/>
              <a:rect l="l" t="t" r="r" b="b"/>
              <a:pathLst>
                <a:path w="750" h="751" extrusionOk="0">
                  <a:moveTo>
                    <a:pt x="374" y="0"/>
                  </a:moveTo>
                  <a:cubicBezTo>
                    <a:pt x="167" y="0"/>
                    <a:pt x="0" y="168"/>
                    <a:pt x="0" y="375"/>
                  </a:cubicBezTo>
                  <a:cubicBezTo>
                    <a:pt x="0" y="582"/>
                    <a:pt x="167" y="750"/>
                    <a:pt x="374" y="750"/>
                  </a:cubicBezTo>
                  <a:cubicBezTo>
                    <a:pt x="581" y="750"/>
                    <a:pt x="749" y="582"/>
                    <a:pt x="749" y="375"/>
                  </a:cubicBezTo>
                  <a:cubicBezTo>
                    <a:pt x="749" y="168"/>
                    <a:pt x="581" y="0"/>
                    <a:pt x="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86"/>
            <p:cNvSpPr/>
            <p:nvPr/>
          </p:nvSpPr>
          <p:spPr>
            <a:xfrm>
              <a:off x="8668080" y="2624526"/>
              <a:ext cx="43013" cy="43013"/>
            </a:xfrm>
            <a:custGeom>
              <a:avLst/>
              <a:gdLst/>
              <a:ahLst/>
              <a:cxnLst/>
              <a:rect l="l" t="t" r="r" b="b"/>
              <a:pathLst>
                <a:path w="750" h="750" extrusionOk="0">
                  <a:moveTo>
                    <a:pt x="374" y="1"/>
                  </a:moveTo>
                  <a:cubicBezTo>
                    <a:pt x="167" y="1"/>
                    <a:pt x="0" y="169"/>
                    <a:pt x="0" y="376"/>
                  </a:cubicBezTo>
                  <a:cubicBezTo>
                    <a:pt x="0" y="583"/>
                    <a:pt x="167" y="750"/>
                    <a:pt x="374" y="750"/>
                  </a:cubicBezTo>
                  <a:cubicBezTo>
                    <a:pt x="581" y="750"/>
                    <a:pt x="749" y="583"/>
                    <a:pt x="749" y="376"/>
                  </a:cubicBezTo>
                  <a:cubicBezTo>
                    <a:pt x="749" y="169"/>
                    <a:pt x="581"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86"/>
            <p:cNvSpPr/>
            <p:nvPr/>
          </p:nvSpPr>
          <p:spPr>
            <a:xfrm>
              <a:off x="8668080" y="2723397"/>
              <a:ext cx="44733" cy="43013"/>
            </a:xfrm>
            <a:custGeom>
              <a:avLst/>
              <a:gdLst/>
              <a:ahLst/>
              <a:cxnLst/>
              <a:rect l="l" t="t" r="r" b="b"/>
              <a:pathLst>
                <a:path w="780" h="750" extrusionOk="0">
                  <a:moveTo>
                    <a:pt x="377" y="0"/>
                  </a:moveTo>
                  <a:cubicBezTo>
                    <a:pt x="376" y="0"/>
                    <a:pt x="375" y="0"/>
                    <a:pt x="374" y="0"/>
                  </a:cubicBezTo>
                  <a:cubicBezTo>
                    <a:pt x="168" y="0"/>
                    <a:pt x="0" y="168"/>
                    <a:pt x="0" y="374"/>
                  </a:cubicBezTo>
                  <a:cubicBezTo>
                    <a:pt x="0" y="526"/>
                    <a:pt x="92" y="663"/>
                    <a:pt x="233" y="720"/>
                  </a:cubicBezTo>
                  <a:cubicBezTo>
                    <a:pt x="279" y="740"/>
                    <a:pt x="327" y="749"/>
                    <a:pt x="376" y="749"/>
                  </a:cubicBezTo>
                  <a:cubicBezTo>
                    <a:pt x="473" y="749"/>
                    <a:pt x="568" y="711"/>
                    <a:pt x="640" y="639"/>
                  </a:cubicBezTo>
                  <a:cubicBezTo>
                    <a:pt x="748" y="532"/>
                    <a:pt x="779" y="371"/>
                    <a:pt x="722" y="230"/>
                  </a:cubicBezTo>
                  <a:cubicBezTo>
                    <a:pt x="663" y="92"/>
                    <a:pt x="528" y="0"/>
                    <a:pt x="3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86"/>
            <p:cNvSpPr/>
            <p:nvPr/>
          </p:nvSpPr>
          <p:spPr>
            <a:xfrm>
              <a:off x="8668080" y="2822153"/>
              <a:ext cx="50181" cy="43013"/>
            </a:xfrm>
            <a:custGeom>
              <a:avLst/>
              <a:gdLst/>
              <a:ahLst/>
              <a:cxnLst/>
              <a:rect l="l" t="t" r="r" b="b"/>
              <a:pathLst>
                <a:path w="875" h="750" extrusionOk="0">
                  <a:moveTo>
                    <a:pt x="374" y="1"/>
                  </a:moveTo>
                  <a:cubicBezTo>
                    <a:pt x="168" y="2"/>
                    <a:pt x="1" y="169"/>
                    <a:pt x="0" y="375"/>
                  </a:cubicBezTo>
                  <a:cubicBezTo>
                    <a:pt x="0" y="600"/>
                    <a:pt x="185" y="750"/>
                    <a:pt x="377" y="750"/>
                  </a:cubicBezTo>
                  <a:cubicBezTo>
                    <a:pt x="469" y="750"/>
                    <a:pt x="563" y="715"/>
                    <a:pt x="639" y="639"/>
                  </a:cubicBezTo>
                  <a:cubicBezTo>
                    <a:pt x="875" y="403"/>
                    <a:pt x="708"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Internet of Things XL by Slidesgo">
  <a:themeElements>
    <a:clrScheme name="Simple Light">
      <a:dk1>
        <a:srgbClr val="DB73CB"/>
      </a:dk1>
      <a:lt1>
        <a:srgbClr val="FEA8C3"/>
      </a:lt1>
      <a:dk2>
        <a:srgbClr val="E7D47B"/>
      </a:dk2>
      <a:lt2>
        <a:srgbClr val="FFFFFF"/>
      </a:lt2>
      <a:accent1>
        <a:srgbClr val="5229B7"/>
      </a:accent1>
      <a:accent2>
        <a:srgbClr val="9B69A5"/>
      </a:accent2>
      <a:accent3>
        <a:srgbClr val="78F0F9"/>
      </a:accent3>
      <a:accent4>
        <a:srgbClr val="C954FA"/>
      </a:accent4>
      <a:accent5>
        <a:srgbClr val="F7ABB7"/>
      </a:accent5>
      <a:accent6>
        <a:srgbClr val="FFD38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Words>
  <Application>Microsoft Office PowerPoint</Application>
  <PresentationFormat>On-screen Show (16:9)</PresentationFormat>
  <Paragraphs>93</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Bebas Neue</vt:lpstr>
      <vt:lpstr>Days One</vt:lpstr>
      <vt:lpstr>Lato</vt:lpstr>
      <vt:lpstr>Patrick Hand</vt:lpstr>
      <vt:lpstr>Poppins</vt:lpstr>
      <vt:lpstr>Roboto Condensed Light</vt:lpstr>
      <vt:lpstr>Arial</vt:lpstr>
      <vt:lpstr>Times New Roman</vt:lpstr>
      <vt:lpstr>Wingdings</vt:lpstr>
      <vt:lpstr>Internet of Things XL by Slidesgo</vt:lpstr>
      <vt:lpstr>Emerging trends and future directions</vt:lpstr>
      <vt:lpstr>What is emerging trends and future directions?</vt:lpstr>
      <vt:lpstr>PowerPoint Presentation</vt:lpstr>
      <vt:lpstr>AI and AUTOMATION</vt:lpstr>
      <vt:lpstr>PowerPoint Presentation</vt:lpstr>
      <vt:lpstr>ETHICAL DILLEMAS</vt:lpstr>
      <vt:lpstr>IOT: INTERNET OF THINGS</vt:lpstr>
      <vt:lpstr>PowerPoint Presentation</vt:lpstr>
      <vt:lpstr>COMMON SECURITY VULNERABILITIES</vt:lpstr>
      <vt:lpstr>POTENTIAL RISKS AND IMPACTS</vt:lpstr>
      <vt:lpstr>STRATEGIES FOR SECURING IOT</vt:lpstr>
      <vt:lpstr>PowerPoint Presentation</vt:lpstr>
      <vt:lpstr>PowerPoint Presentation</vt:lpstr>
      <vt:lpstr>VIRTUALIZATION BENEFITS</vt:lpstr>
      <vt:lpstr>PowerPoint Presentation</vt:lpstr>
      <vt:lpstr>BEST PRACTICES FOR SECURING VIRTUAL ENVIRONMENTS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trends and future directions</dc:title>
  <dc:creator/>
  <cp:lastModifiedBy>Win10</cp:lastModifiedBy>
  <cp:revision>5</cp:revision>
  <dcterms:created xsi:type="dcterms:W3CDTF">2024-11-17T03:57:00Z</dcterms:created>
  <dcterms:modified xsi:type="dcterms:W3CDTF">2025-11-15T14:13:41Z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F6903F9FA0AF4857926112B7D9C16AFB_13</vt:lpwstr>
  </property>
  <property fmtid="{D5CDD505-2E9C-101B-9397-08002B2CF9AE}" pid="3" name="KSOProductBuildVer">
    <vt:lpwstr>1033-12.2.0.18911</vt:lpwstr>
  </property>
</Properties>
</file>