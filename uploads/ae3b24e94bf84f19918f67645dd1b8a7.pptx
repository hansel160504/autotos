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60" r:id="rId1"/>
    <p:sldMasterId id="2147483661" r:id="rId2"/>
    <p:sldMasterId id="2147483662" r:id="rId3"/>
  </p:sldMasterIdLst>
  <p:notesMasterIdLst>
    <p:notesMasterId r:id="rId16"/>
  </p:notesMasterIdLst>
  <p:handoutMasterIdLst>
    <p:handoutMasterId r:id="rId17"/>
  </p:handoutMasterIdLst>
  <p:sldIdLst>
    <p:sldId id="280" r:id="rId4"/>
    <p:sldId id="295" r:id="rId5"/>
    <p:sldId id="281" r:id="rId6"/>
    <p:sldId id="282" r:id="rId7"/>
    <p:sldId id="284" r:id="rId8"/>
    <p:sldId id="289" r:id="rId9"/>
    <p:sldId id="286" r:id="rId10"/>
    <p:sldId id="283" r:id="rId11"/>
    <p:sldId id="288" r:id="rId12"/>
    <p:sldId id="287" r:id="rId13"/>
    <p:sldId id="290" r:id="rId14"/>
    <p:sldId id="291" r:id="rId15"/>
  </p:sldIdLst>
  <p:sldSz cx="12192000" cy="6858000"/>
  <p:notesSz cx="6858000" cy="9144000"/>
  <p:defaultTex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5pPr>
  </p:defaultTextStyle>
  <p:extLst>
    <p:ext uri="{EFAFB233-063F-42B5-8137-9DF3F51BA10A}">
      <p15:sldGuideLst xmlns:p15="http://schemas.microsoft.com/office/powerpoint/2012/main">
        <p15:guide id="1" orient="horz" pos="2123">
          <p15:clr>
            <a:srgbClr val="A4A3A4"/>
          </p15:clr>
        </p15:guide>
        <p15:guide id="2" pos="383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1" autoAdjust="0"/>
    <p:restoredTop sz="94660" autoAdjust="0"/>
  </p:normalViewPr>
  <p:slideViewPr>
    <p:cSldViewPr snapToGrid="0" showGuides="1">
      <p:cViewPr varScale="1">
        <p:scale>
          <a:sx n="114" d="100"/>
          <a:sy n="114" d="100"/>
        </p:scale>
        <p:origin x="498" y="114"/>
      </p:cViewPr>
      <p:guideLst>
        <p:guide orient="horz" pos="2123"/>
        <p:guide pos="383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792" name="页眉占位符 1"/>
          <p:cNvSpPr>
            <a:spLocks noGrp="1"/>
          </p:cNvSpPr>
          <p:nvPr>
            <p:ph type="hdr" sz="quarter" idx="4294967295"/>
          </p:nvPr>
        </p:nvSpPr>
        <p:spPr>
          <a:xfrm>
            <a:off x="0" y="0"/>
            <a:ext cx="2971800" cy="458787"/>
          </a:xfrm>
          <a:prstGeom prst="rect">
            <a:avLst/>
          </a:prstGeom>
          <a:noFill/>
          <a:ln>
            <a:noFill/>
          </a:ln>
        </p:spPr>
        <p:txBody>
          <a:bodyPr vert="horz" lIns="91440" tIns="45720" rIns="91440" bIns="45720" anchor="t"/>
          <a:lstStyle/>
          <a:p>
            <a:pPr lvl="0"/>
            <a:endParaRPr lang="zh-CN" altLang="en-US" sz="1200"/>
          </a:p>
        </p:txBody>
      </p:sp>
      <p:sp>
        <p:nvSpPr>
          <p:cNvPr id="1048793" name="日期占位符 2"/>
          <p:cNvSpPr>
            <a:spLocks noGrp="1"/>
          </p:cNvSpPr>
          <p:nvPr>
            <p:ph type="dt" sz="quarter" idx="4294967295"/>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zh-CN" altLang="en-US" sz="1200"/>
              <a:pPr lvl="0" algn="r"/>
              <a:t>2025/11/15</a:t>
            </a:fld>
            <a:endParaRPr lang="zh-CN" altLang="en-US" sz="1200"/>
          </a:p>
        </p:txBody>
      </p:sp>
      <p:sp>
        <p:nvSpPr>
          <p:cNvPr id="1048794" name="页脚占位符 3"/>
          <p:cNvSpPr>
            <a:spLocks noGrp="1"/>
          </p:cNvSpPr>
          <p:nvPr>
            <p:ph type="ftr" sz="quarter" idx="4294967295"/>
          </p:nvPr>
        </p:nvSpPr>
        <p:spPr>
          <a:xfrm>
            <a:off x="0" y="8685212"/>
            <a:ext cx="2971800" cy="458787"/>
          </a:xfrm>
          <a:prstGeom prst="rect">
            <a:avLst/>
          </a:prstGeom>
          <a:noFill/>
          <a:ln>
            <a:noFill/>
          </a:ln>
        </p:spPr>
        <p:txBody>
          <a:bodyPr vert="horz" lIns="91440" tIns="45720" rIns="91440" bIns="45720" anchor="b"/>
          <a:lstStyle/>
          <a:p>
            <a:pPr lvl="0"/>
            <a:endParaRPr lang="zh-CN" altLang="en-US" sz="1200"/>
          </a:p>
        </p:txBody>
      </p:sp>
      <p:sp>
        <p:nvSpPr>
          <p:cNvPr id="1048795" name="灯片编号占位符 4"/>
          <p:cNvSpPr>
            <a:spLocks noGrp="1"/>
          </p:cNvSpPr>
          <p:nvPr>
            <p:ph type="sldNum" sz="quarter" idx="4294967295"/>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zh-CN" altLang="en-US" sz="1200"/>
              <a:pPr lvl="0" algn="r"/>
              <a:t>‹#›</a:t>
            </a:fld>
            <a:endParaRPr lang="zh-CN" altLang="en-US" sz="1200"/>
          </a:p>
        </p:txBody>
      </p:sp>
    </p:spTree>
    <p:extLst>
      <p:ext uri="{BB962C8B-B14F-4D97-AF65-F5344CB8AC3E}">
        <p14:creationId xmlns:p14="http://schemas.microsoft.com/office/powerpoint/2010/main" val="1"/>
      </p:ext>
    </p:extLst>
  </p:cSld>
  <p:clrMap bg1="dk1" tx1="dk1" bg2="dk1" tx2="dk1" accent1="dk1" accent2="dk1" accent3="dk1" accent4="dk1" accent5="dk1" accent6="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6" name="页眉占位符 1"/>
          <p:cNvSpPr>
            <a:spLocks noGrp="1"/>
          </p:cNvSpPr>
          <p:nvPr>
            <p:ph type="hdr" sz="quarter" idx="4294967295"/>
          </p:nvPr>
        </p:nvSpPr>
        <p:spPr>
          <a:xfrm>
            <a:off x="0" y="0"/>
            <a:ext cx="2971800" cy="458787"/>
          </a:xfrm>
          <a:prstGeom prst="rect">
            <a:avLst/>
          </a:prstGeom>
          <a:noFill/>
          <a:ln>
            <a:noFill/>
          </a:ln>
        </p:spPr>
        <p:txBody>
          <a:bodyPr vert="horz" lIns="91440" tIns="45720" rIns="91440" bIns="45720" anchor="t"/>
          <a:lstStyle/>
          <a:p>
            <a:pPr lvl="0" fontAlgn="base">
              <a:spcBef>
                <a:spcPct val="0"/>
              </a:spcBef>
              <a:spcAft>
                <a:spcPct val="0"/>
              </a:spcAft>
              <a:buFontTx/>
              <a:buNone/>
            </a:pPr>
            <a:endParaRPr lang="zh-CN" altLang="en-US" sz="1200"/>
          </a:p>
        </p:txBody>
      </p:sp>
      <p:sp>
        <p:nvSpPr>
          <p:cNvPr id="1048787" name="日期占位符 2"/>
          <p:cNvSpPr>
            <a:spLocks noGrp="1"/>
          </p:cNvSpPr>
          <p:nvPr>
            <p:ph type="dt" idx="4294967295"/>
          </p:nvPr>
        </p:nvSpPr>
        <p:spPr>
          <a:xfrm>
            <a:off x="3884612" y="0"/>
            <a:ext cx="2971800" cy="458787"/>
          </a:xfrm>
          <a:prstGeom prst="rect">
            <a:avLst/>
          </a:prstGeom>
          <a:noFill/>
          <a:ln>
            <a:noFill/>
          </a:ln>
        </p:spPr>
        <p:txBody>
          <a:bodyPr vert="horz" lIns="91440" tIns="45720" rIns="91440" bIns="45720" anchor="t"/>
          <a:lstStyle/>
          <a:p>
            <a:pPr lvl="0" algn="r" fontAlgn="base">
              <a:spcBef>
                <a:spcPct val="0"/>
              </a:spcBef>
              <a:spcAft>
                <a:spcPct val="0"/>
              </a:spcAft>
              <a:buFontTx/>
              <a:buNone/>
            </a:pPr>
            <a:endParaRPr lang="zh-CN" altLang="en-US" sz="1200"/>
          </a:p>
        </p:txBody>
      </p:sp>
      <p:sp>
        <p:nvSpPr>
          <p:cNvPr id="1048788" name="幻灯片图像占位符 3"/>
          <p:cNvSpPr>
            <a:spLocks noGrp="1" noRot="1" noChangeAspect="1"/>
          </p:cNvSpPr>
          <p:nvPr>
            <p:ph type="sldImg" idx="4294967295"/>
          </p:nvPr>
        </p:nvSpPr>
        <p:spPr>
          <a:xfrm>
            <a:off x="685800" y="1143000"/>
            <a:ext cx="5486400" cy="30861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789" name="备注占位符 4"/>
          <p:cNvSpPr>
            <a:spLocks noGrp="1"/>
          </p:cNvSpPr>
          <p:nvPr>
            <p:ph type="body" sz="quarter" idx="4294967295"/>
          </p:nvPr>
        </p:nvSpPr>
        <p:spPr>
          <a:xfrm>
            <a:off x="685800" y="4400550"/>
            <a:ext cx="5486400" cy="3600450"/>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90" name="页脚占位符 5"/>
          <p:cNvSpPr>
            <a:spLocks noGrp="1"/>
          </p:cNvSpPr>
          <p:nvPr>
            <p:ph type="ftr" sz="quarter" idx="4294967295"/>
          </p:nvPr>
        </p:nvSpPr>
        <p:spPr>
          <a:xfrm>
            <a:off x="0" y="8685212"/>
            <a:ext cx="2971800" cy="458787"/>
          </a:xfrm>
          <a:prstGeom prst="rect">
            <a:avLst/>
          </a:prstGeom>
          <a:noFill/>
          <a:ln>
            <a:noFill/>
          </a:ln>
        </p:spPr>
        <p:txBody>
          <a:bodyPr vert="horz" lIns="91440" tIns="45720" rIns="91440" bIns="45720" anchor="b"/>
          <a:lstStyle/>
          <a:p>
            <a:pPr lvl="0" fontAlgn="base">
              <a:spcBef>
                <a:spcPct val="0"/>
              </a:spcBef>
              <a:spcAft>
                <a:spcPct val="0"/>
              </a:spcAft>
              <a:buFontTx/>
              <a:buNone/>
            </a:pPr>
            <a:endParaRPr lang="zh-CN" altLang="en-US" sz="1200"/>
          </a:p>
        </p:txBody>
      </p:sp>
      <p:sp>
        <p:nvSpPr>
          <p:cNvPr id="1048791" name="灯片编号占位符 6"/>
          <p:cNvSpPr>
            <a:spLocks noGrp="1"/>
          </p:cNvSpPr>
          <p:nvPr>
            <p:ph type="sldNum" sz="quarter" idx="4294967295"/>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zh-CN" altLang="en-US" sz="1200"/>
              <a:pPr lvl="0" algn="r"/>
              <a:t>‹#›</a:t>
            </a:fld>
            <a:endParaRPr lang="zh-CN" altLang="en-US" sz="1200"/>
          </a:p>
        </p:txBody>
      </p:sp>
    </p:spTree>
  </p:cSld>
  <p:clrMap bg1="dk1" tx1="dk1" bg2="dk1" tx2="dk1" accent1="dk1" accent2="dk1" accent3="dk1" accent4="dk1" accent5="dk1" accent6="dk1" hlink="dk1" folHlink="dk1"/>
  <p:notesStyle>
    <a:lvl1pPr marL="0" indent="0" algn="l" rtl="0" eaLnBrk="1" fontAlgn="base" latinLnBrk="0" hangingPunct="1">
      <a:lnSpc>
        <a:spcPct val="100000"/>
      </a:lnSpc>
      <a:spcBef>
        <a:spcPct val="30000"/>
      </a:spcBef>
      <a:spcAft>
        <a:spcPct val="0"/>
      </a:spcAft>
      <a:buFontTx/>
      <a:buNone/>
      <a:defRPr sz="12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30000"/>
      </a:spcBef>
      <a:spcAft>
        <a:spcPct val="0"/>
      </a:spcAft>
      <a:buFontTx/>
      <a:buNone/>
      <a:defRPr sz="12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30000"/>
      </a:spcBef>
      <a:spcAft>
        <a:spcPct val="0"/>
      </a:spcAft>
      <a:buFontTx/>
      <a:buNone/>
      <a:defRPr sz="12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30000"/>
      </a:spcBef>
      <a:spcAft>
        <a:spcPct val="0"/>
      </a:spcAft>
      <a:buFontTx/>
      <a:buNone/>
      <a:defRPr sz="12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30000"/>
      </a:spcBef>
      <a:spcAft>
        <a:spcPct val="0"/>
      </a:spcAft>
      <a:buFontTx/>
      <a:buNone/>
      <a:defRPr sz="1200">
        <a:solidFill>
          <a:schemeClr val="dk1"/>
        </a:solidFill>
        <a:latin typeface="Calibri" pitchFamily="34" charset="0"/>
        <a:ea typeface="宋体" pitchFamily="2" charset="-122"/>
      </a:defRPr>
    </a:lvl5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76" name="Title 1"/>
          <p:cNvSpPr>
            <a:spLocks noGrp="1"/>
          </p:cNvSpPr>
          <p:nvPr>
            <p:ph type="ctrTitle"/>
          </p:nvPr>
        </p:nvSpPr>
        <p:spPr>
          <a:xfrm>
            <a:off x="1524000" y="1122363"/>
            <a:ext cx="9144000" cy="2387600"/>
          </a:xfrm>
        </p:spPr>
        <p:txBody>
          <a:bodyPr anchor="b"/>
          <a:lstStyle>
            <a:lvl1pPr>
              <a:defRPr sz="6000"/>
            </a:lvl1pPr>
          </a:lstStyle>
          <a:p>
            <a:r>
              <a:rPr lang="en-US" altLang="zh-CN"/>
              <a:t>Click to edit Master title style</a:t>
            </a:r>
            <a:endParaRPr lang="zh-CN" altLang="en-US"/>
          </a:p>
        </p:txBody>
      </p:sp>
      <p:sp>
        <p:nvSpPr>
          <p:cNvPr id="1048677"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104867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67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68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90" name="Title 1"/>
          <p:cNvSpPr>
            <a:spLocks noGrp="1"/>
          </p:cNvSpPr>
          <p:nvPr>
            <p:ph type="title"/>
          </p:nvPr>
        </p:nvSpPr>
        <p:spPr/>
        <p:txBody>
          <a:bodyPr/>
          <a:lstStyle/>
          <a:p>
            <a:r>
              <a:rPr lang="en-US" altLang="zh-CN"/>
              <a:t>Click to edit Master title style</a:t>
            </a:r>
            <a:endParaRPr lang="zh-CN" altLang="en-US"/>
          </a:p>
        </p:txBody>
      </p:sp>
      <p:sp>
        <p:nvSpPr>
          <p:cNvPr id="1048691"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92"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693"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694"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6"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1048707" name="Text Placeholder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ltLang="zh-CN"/>
              <a:t>Click to edit Master text styles</a:t>
            </a:r>
          </a:p>
        </p:txBody>
      </p:sp>
      <p:sp>
        <p:nvSpPr>
          <p:cNvPr id="104870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0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1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1" name="Title 1"/>
          <p:cNvSpPr>
            <a:spLocks noGrp="1"/>
          </p:cNvSpPr>
          <p:nvPr>
            <p:ph type="title"/>
          </p:nvPr>
        </p:nvSpPr>
        <p:spPr/>
        <p:txBody>
          <a:bodyPr/>
          <a:lstStyle/>
          <a:p>
            <a:r>
              <a:rPr lang="en-US" altLang="zh-CN"/>
              <a:t>Click to edit Master title style</a:t>
            </a:r>
            <a:endParaRPr lang="zh-CN" altLang="en-US"/>
          </a:p>
        </p:txBody>
      </p:sp>
      <p:sp>
        <p:nvSpPr>
          <p:cNvPr id="1048712"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13" name="Content Placeholder 3"/>
          <p:cNvSpPr>
            <a:spLocks noGrp="1"/>
          </p:cNvSpPr>
          <p:nvPr>
            <p:ph sz="half" idx="2"/>
          </p:nvPr>
        </p:nvSpPr>
        <p:spPr>
          <a:xfrm>
            <a:off x="6172199"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1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1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1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104871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19"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20" name="Text Placeholder 4"/>
          <p:cNvSpPr>
            <a:spLocks noGrp="1"/>
          </p:cNvSpPr>
          <p:nvPr>
            <p:ph type="body" sz="quarter" idx="3"/>
          </p:nvPr>
        </p:nvSpPr>
        <p:spPr>
          <a:xfrm>
            <a:off x="6172199"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21" name="Content Placeholder 5"/>
          <p:cNvSpPr>
            <a:spLocks noGrp="1"/>
          </p:cNvSpPr>
          <p:nvPr>
            <p:ph sz="quarter" idx="4"/>
          </p:nvPr>
        </p:nvSpPr>
        <p:spPr>
          <a:xfrm>
            <a:off x="6172199"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22"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23"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24"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81" name="Title 1"/>
          <p:cNvSpPr>
            <a:spLocks noGrp="1"/>
          </p:cNvSpPr>
          <p:nvPr>
            <p:ph type="title"/>
          </p:nvPr>
        </p:nvSpPr>
        <p:spPr/>
        <p:txBody>
          <a:bodyPr/>
          <a:lstStyle/>
          <a:p>
            <a:r>
              <a:rPr lang="en-US" altLang="zh-CN"/>
              <a:t>Click to edit Master title style</a:t>
            </a:r>
            <a:endParaRPr lang="zh-CN" altLang="en-US"/>
          </a:p>
        </p:txBody>
      </p:sp>
      <p:sp>
        <p:nvSpPr>
          <p:cNvPr id="1048682"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683"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684"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582"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583"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5"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72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727" name="Content Placeholder 2"/>
          <p:cNvSpPr>
            <a:spLocks noGrp="1"/>
          </p:cNvSpPr>
          <p:nvPr>
            <p:ph idx="1"/>
          </p:nvPr>
        </p:nvSpPr>
        <p:spPr>
          <a:xfrm>
            <a:off x="5183188" y="987424"/>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2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2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3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95"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69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97" name="Picture Placeholder 2"/>
          <p:cNvSpPr>
            <a:spLocks noGrp="1"/>
          </p:cNvSpPr>
          <p:nvPr>
            <p:ph type="pic" idx="1"/>
          </p:nvPr>
        </p:nvSpPr>
        <p:spPr>
          <a:xfrm>
            <a:off x="5183188" y="987424"/>
            <a:ext cx="6172199" cy="4873625"/>
          </a:xfrm>
        </p:spPr>
        <p:txBody>
          <a:bodyPr/>
          <a:lstStyle>
            <a:lvl1pPr marL="0" indent="0">
              <a:buNone/>
              <a:defRPr sz="3200"/>
            </a:lvl1pPr>
            <a:lvl2pPr marL="457200" indent="0">
              <a:buNone/>
              <a:defRPr sz="28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69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69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0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1" name="Title 1"/>
          <p:cNvSpPr>
            <a:spLocks noGrp="1"/>
          </p:cNvSpPr>
          <p:nvPr>
            <p:ph type="title"/>
          </p:nvPr>
        </p:nvSpPr>
        <p:spPr/>
        <p:txBody>
          <a:bodyPr/>
          <a:lstStyle/>
          <a:p>
            <a:r>
              <a:rPr lang="en-US" altLang="zh-CN"/>
              <a:t>Click to edit Master title style</a:t>
            </a:r>
            <a:endParaRPr lang="zh-CN" altLang="en-US"/>
          </a:p>
        </p:txBody>
      </p:sp>
      <p:sp>
        <p:nvSpPr>
          <p:cNvPr id="1048702"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03"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04"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05"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5"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1048686"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87"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688"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689"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26" name="Title 1"/>
          <p:cNvSpPr>
            <a:spLocks noGrp="1"/>
          </p:cNvSpPr>
          <p:nvPr>
            <p:ph type="ctrTitle"/>
          </p:nvPr>
        </p:nvSpPr>
        <p:spPr>
          <a:xfrm>
            <a:off x="1524000" y="1122363"/>
            <a:ext cx="9144000" cy="2387600"/>
          </a:xfrm>
        </p:spPr>
        <p:txBody>
          <a:bodyPr anchor="b"/>
          <a:lstStyle>
            <a:lvl1pPr>
              <a:defRPr sz="6000"/>
            </a:lvl1pPr>
          </a:lstStyle>
          <a:p>
            <a:r>
              <a:rPr lang="en-US" altLang="zh-CN"/>
              <a:t>Click to edit Master title style</a:t>
            </a:r>
            <a:endParaRPr lang="zh-CN" altLang="en-US"/>
          </a:p>
        </p:txBody>
      </p:sp>
      <p:sp>
        <p:nvSpPr>
          <p:cNvPr id="1048627"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104862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2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3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lang="en-US" altLang="zh-CN"/>
              <a:t>Click to edit Master title style</a:t>
            </a:r>
            <a:endParaRPr lang="zh-CN" altLang="en-US"/>
          </a:p>
        </p:txBody>
      </p:sp>
      <p:sp>
        <p:nvSpPr>
          <p:cNvPr id="1048622"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23"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24"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25"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3"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1048654" name="Text Placeholder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ltLang="zh-CN"/>
              <a:t>Click to edit Master text styles</a:t>
            </a:r>
          </a:p>
        </p:txBody>
      </p:sp>
      <p:sp>
        <p:nvSpPr>
          <p:cNvPr id="1048655"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56"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57"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7" name="Title 1"/>
          <p:cNvSpPr>
            <a:spLocks noGrp="1"/>
          </p:cNvSpPr>
          <p:nvPr>
            <p:ph type="title"/>
          </p:nvPr>
        </p:nvSpPr>
        <p:spPr/>
        <p:txBody>
          <a:bodyPr/>
          <a:lstStyle/>
          <a:p>
            <a:r>
              <a:rPr lang="en-US" altLang="zh-CN"/>
              <a:t>Click to edit Master title style</a:t>
            </a:r>
            <a:endParaRPr lang="zh-CN" altLang="en-US"/>
          </a:p>
        </p:txBody>
      </p:sp>
      <p:sp>
        <p:nvSpPr>
          <p:cNvPr id="1048648"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49" name="Content Placeholder 3"/>
          <p:cNvSpPr>
            <a:spLocks noGrp="1"/>
          </p:cNvSpPr>
          <p:nvPr>
            <p:ph sz="half" idx="2"/>
          </p:nvPr>
        </p:nvSpPr>
        <p:spPr>
          <a:xfrm>
            <a:off x="6172199"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50"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51"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52"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8"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1048669"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70"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71" name="Text Placeholder 4"/>
          <p:cNvSpPr>
            <a:spLocks noGrp="1"/>
          </p:cNvSpPr>
          <p:nvPr>
            <p:ph type="body" sz="quarter" idx="3"/>
          </p:nvPr>
        </p:nvSpPr>
        <p:spPr>
          <a:xfrm>
            <a:off x="6172199"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72" name="Content Placeholder 5"/>
          <p:cNvSpPr>
            <a:spLocks noGrp="1"/>
          </p:cNvSpPr>
          <p:nvPr>
            <p:ph sz="quarter" idx="4"/>
          </p:nvPr>
        </p:nvSpPr>
        <p:spPr>
          <a:xfrm>
            <a:off x="6172199"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73"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74"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75"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ltLang="zh-CN"/>
              <a:t>Click to edit Master title style</a:t>
            </a:r>
            <a:endParaRPr lang="zh-CN" altLang="en-US"/>
          </a:p>
        </p:txBody>
      </p:sp>
      <p:sp>
        <p:nvSpPr>
          <p:cNvPr id="1048665"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66"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67"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1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1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20"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8"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65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60" name="Content Placeholder 2"/>
          <p:cNvSpPr>
            <a:spLocks noGrp="1"/>
          </p:cNvSpPr>
          <p:nvPr>
            <p:ph idx="1"/>
          </p:nvPr>
        </p:nvSpPr>
        <p:spPr>
          <a:xfrm>
            <a:off x="5183188" y="987424"/>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61"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62"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63"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1"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63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33" name="Picture Placeholder 2"/>
          <p:cNvSpPr>
            <a:spLocks noGrp="1"/>
          </p:cNvSpPr>
          <p:nvPr>
            <p:ph type="pic" idx="1"/>
          </p:nvPr>
        </p:nvSpPr>
        <p:spPr>
          <a:xfrm>
            <a:off x="5183188" y="987424"/>
            <a:ext cx="6172199" cy="4873625"/>
          </a:xfrm>
        </p:spPr>
        <p:txBody>
          <a:bodyPr/>
          <a:lstStyle>
            <a:lvl1pPr marL="0" indent="0">
              <a:buNone/>
              <a:defRPr sz="3200"/>
            </a:lvl1pPr>
            <a:lvl2pPr marL="457200" indent="0">
              <a:buNone/>
              <a:defRPr sz="28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63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3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3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r>
              <a:rPr lang="en-US" altLang="zh-CN"/>
              <a:t>Click to edit Master title style</a:t>
            </a:r>
            <a:endParaRPr lang="zh-CN" altLang="en-US"/>
          </a:p>
        </p:txBody>
      </p:sp>
      <p:sp>
        <p:nvSpPr>
          <p:cNvPr id="1048638"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39"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40"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41"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104864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64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4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
        <p:nvSpPr>
          <p:cNvPr id="104864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2" name="Title 1"/>
          <p:cNvSpPr>
            <a:spLocks noGrp="1"/>
          </p:cNvSpPr>
          <p:nvPr>
            <p:ph type="ctrTitle"/>
          </p:nvPr>
        </p:nvSpPr>
        <p:spPr>
          <a:xfrm>
            <a:off x="1524000" y="1122363"/>
            <a:ext cx="9144000" cy="2387600"/>
          </a:xfrm>
        </p:spPr>
        <p:txBody>
          <a:bodyPr anchor="b"/>
          <a:lstStyle>
            <a:lvl1pPr>
              <a:defRPr sz="6000"/>
            </a:lvl1pPr>
          </a:lstStyle>
          <a:p>
            <a:r>
              <a:rPr lang="en-US" altLang="zh-CN"/>
              <a:t>Click to edit Master title style</a:t>
            </a:r>
            <a:endParaRPr lang="zh-CN" altLang="en-US"/>
          </a:p>
        </p:txBody>
      </p:sp>
      <p:sp>
        <p:nvSpPr>
          <p:cNvPr id="104875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104875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5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5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37" name="Title 1"/>
          <p:cNvSpPr>
            <a:spLocks noGrp="1"/>
          </p:cNvSpPr>
          <p:nvPr>
            <p:ph type="title"/>
          </p:nvPr>
        </p:nvSpPr>
        <p:spPr/>
        <p:txBody>
          <a:bodyPr/>
          <a:lstStyle/>
          <a:p>
            <a:r>
              <a:rPr lang="en-US" altLang="zh-CN"/>
              <a:t>Click to edit Master title style</a:t>
            </a:r>
            <a:endParaRPr lang="zh-CN" altLang="en-US"/>
          </a:p>
        </p:txBody>
      </p:sp>
      <p:sp>
        <p:nvSpPr>
          <p:cNvPr id="1048738"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39"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40"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41"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4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1048743" name="Text Placeholder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ltLang="zh-CN"/>
              <a:t>Click to edit Master text styles</a:t>
            </a:r>
          </a:p>
        </p:txBody>
      </p:sp>
      <p:sp>
        <p:nvSpPr>
          <p:cNvPr id="104874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4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4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70" name="Title 1"/>
          <p:cNvSpPr>
            <a:spLocks noGrp="1"/>
          </p:cNvSpPr>
          <p:nvPr>
            <p:ph type="title"/>
          </p:nvPr>
        </p:nvSpPr>
        <p:spPr/>
        <p:txBody>
          <a:bodyPr/>
          <a:lstStyle/>
          <a:p>
            <a:r>
              <a:rPr lang="en-US" altLang="zh-CN"/>
              <a:t>Click to edit Master title style</a:t>
            </a:r>
            <a:endParaRPr lang="zh-CN" altLang="en-US"/>
          </a:p>
        </p:txBody>
      </p:sp>
      <p:sp>
        <p:nvSpPr>
          <p:cNvPr id="1048771"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72" name="Content Placeholder 3"/>
          <p:cNvSpPr>
            <a:spLocks noGrp="1"/>
          </p:cNvSpPr>
          <p:nvPr>
            <p:ph sz="half" idx="2"/>
          </p:nvPr>
        </p:nvSpPr>
        <p:spPr>
          <a:xfrm>
            <a:off x="6172199"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73"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74"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75"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57"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104875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59"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60" name="Text Placeholder 4"/>
          <p:cNvSpPr>
            <a:spLocks noGrp="1"/>
          </p:cNvSpPr>
          <p:nvPr>
            <p:ph type="body" sz="quarter" idx="3"/>
          </p:nvPr>
        </p:nvSpPr>
        <p:spPr>
          <a:xfrm>
            <a:off x="6172199"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61" name="Content Placeholder 5"/>
          <p:cNvSpPr>
            <a:spLocks noGrp="1"/>
          </p:cNvSpPr>
          <p:nvPr>
            <p:ph sz="quarter" idx="4"/>
          </p:nvPr>
        </p:nvSpPr>
        <p:spPr>
          <a:xfrm>
            <a:off x="6172199"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62"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63"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64"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76" name="Title 1"/>
          <p:cNvSpPr>
            <a:spLocks noGrp="1"/>
          </p:cNvSpPr>
          <p:nvPr>
            <p:ph type="title"/>
          </p:nvPr>
        </p:nvSpPr>
        <p:spPr/>
        <p:txBody>
          <a:bodyPr/>
          <a:lstStyle/>
          <a:p>
            <a:r>
              <a:rPr lang="en-US" altLang="zh-CN"/>
              <a:t>Click to edit Master title style</a:t>
            </a:r>
            <a:endParaRPr lang="zh-CN" altLang="en-US"/>
          </a:p>
        </p:txBody>
      </p:sp>
      <p:sp>
        <p:nvSpPr>
          <p:cNvPr id="1048777"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78"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79"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90"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591"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592"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80"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78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782" name="Content Placeholder 2"/>
          <p:cNvSpPr>
            <a:spLocks noGrp="1"/>
          </p:cNvSpPr>
          <p:nvPr>
            <p:ph idx="1"/>
          </p:nvPr>
        </p:nvSpPr>
        <p:spPr>
          <a:xfrm>
            <a:off x="5183188" y="987424"/>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83"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84"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85"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31"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104873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733" name="Picture Placeholder 2"/>
          <p:cNvSpPr>
            <a:spLocks noGrp="1"/>
          </p:cNvSpPr>
          <p:nvPr>
            <p:ph type="pic" idx="1"/>
          </p:nvPr>
        </p:nvSpPr>
        <p:spPr>
          <a:xfrm>
            <a:off x="5183188" y="987424"/>
            <a:ext cx="6172199" cy="4873625"/>
          </a:xfrm>
        </p:spPr>
        <p:txBody>
          <a:bodyPr/>
          <a:lstStyle>
            <a:lvl1pPr marL="0" indent="0">
              <a:buNone/>
              <a:defRPr sz="3200"/>
            </a:lvl1pPr>
            <a:lvl2pPr marL="457200" indent="0">
              <a:buNone/>
              <a:defRPr sz="28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34"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35"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3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47" name="Title 1"/>
          <p:cNvSpPr>
            <a:spLocks noGrp="1"/>
          </p:cNvSpPr>
          <p:nvPr>
            <p:ph type="title"/>
          </p:nvPr>
        </p:nvSpPr>
        <p:spPr/>
        <p:txBody>
          <a:bodyPr/>
          <a:lstStyle/>
          <a:p>
            <a:r>
              <a:rPr lang="en-US" altLang="zh-CN"/>
              <a:t>Click to edit Master title style</a:t>
            </a:r>
            <a:endParaRPr lang="zh-CN" altLang="en-US"/>
          </a:p>
        </p:txBody>
      </p:sp>
      <p:sp>
        <p:nvSpPr>
          <p:cNvPr id="1048748"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49"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50"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51"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65"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1048766"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8767"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768"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
        <p:nvSpPr>
          <p:cNvPr id="1048769"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idx="4294967295"/>
          </p:nvPr>
        </p:nvSpPr>
        <p:spPr>
          <a:xfrm>
            <a:off x="838200" y="365125"/>
            <a:ext cx="10515600" cy="1325562"/>
          </a:xfrm>
          <a:prstGeom prst="rect">
            <a:avLst/>
          </a:prstGeom>
          <a:noFill/>
          <a:ln>
            <a:noFill/>
          </a:ln>
        </p:spPr>
        <p:txBody>
          <a:bodyPr vert="horz" lIns="91440" tIns="45720" rIns="91440" bIns="45720" anchor="ctr"/>
          <a:lstStyle/>
          <a:p>
            <a:pPr lvl="0"/>
            <a:r>
              <a:rPr lang="zh-CN" altLang="en-US"/>
              <a:t>单击此处编辑母版标题样式</a:t>
            </a:r>
          </a:p>
        </p:txBody>
      </p:sp>
      <p:sp>
        <p:nvSpPr>
          <p:cNvPr id="1048577" name="文本占位符 2"/>
          <p:cNvSpPr>
            <a:spLocks noGrp="1"/>
          </p:cNvSpPr>
          <p:nvPr>
            <p:ph type="body" idx="4294967295"/>
          </p:nvPr>
        </p:nvSpPr>
        <p:spPr>
          <a:xfrm>
            <a:off x="838200" y="1825625"/>
            <a:ext cx="10515600" cy="4351337"/>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579"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
        <p:nvSpPr>
          <p:cNvPr id="1048580"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ftr="0" dt="0"/>
  <p:txStyles>
    <p:titleStyle>
      <a:lvl1pPr marL="0" indent="0" algn="l" rtl="0" eaLnBrk="1" fontAlgn="base" latinLnBrk="0" hangingPunct="1">
        <a:lnSpc>
          <a:spcPct val="90000"/>
        </a:lnSpc>
        <a:spcBef>
          <a:spcPct val="0"/>
        </a:spcBef>
        <a:spcAft>
          <a:spcPct val="0"/>
        </a:spcAft>
        <a:buFontTx/>
        <a:buNone/>
        <a:defRPr sz="4400">
          <a:solidFill>
            <a:schemeClr val="dk1"/>
          </a:solidFill>
          <a:latin typeface="Calibri Light" pitchFamily="34" charset="0"/>
          <a:ea typeface="宋体" pitchFamily="2" charset="-122"/>
        </a:defRPr>
      </a:lvl1pPr>
    </p:titleStyle>
    <p:bodyStyle>
      <a:lvl1pPr marL="228600" indent="-228600" algn="l" rtl="0" eaLnBrk="1" fontAlgn="base" latinLnBrk="0" hangingPunct="1">
        <a:lnSpc>
          <a:spcPct val="90000"/>
        </a:lnSpc>
        <a:spcBef>
          <a:spcPts val="1000"/>
        </a:spcBef>
        <a:spcAft>
          <a:spcPct val="0"/>
        </a:spcAft>
        <a:buSzPct val="100000"/>
        <a:buFont typeface="Arial" pitchFamily="34" charset="0"/>
        <a:buChar char="•"/>
        <a:defRPr sz="2800">
          <a:solidFill>
            <a:schemeClr val="dk1"/>
          </a:solidFill>
          <a:latin typeface="Calibri" pitchFamily="34" charset="0"/>
          <a:ea typeface="宋体" pitchFamily="2" charset="-122"/>
        </a:defRPr>
      </a:lvl1pPr>
      <a:lvl2pPr marL="685800" indent="-228600" algn="l" rtl="0" eaLnBrk="1" fontAlgn="base" latinLnBrk="0" hangingPunct="1">
        <a:lnSpc>
          <a:spcPct val="90000"/>
        </a:lnSpc>
        <a:spcBef>
          <a:spcPts val="500"/>
        </a:spcBef>
        <a:spcAft>
          <a:spcPct val="0"/>
        </a:spcAft>
        <a:buSzPct val="100000"/>
        <a:buFont typeface="Arial" pitchFamily="34" charset="0"/>
        <a:buChar char="•"/>
        <a:defRPr sz="2400">
          <a:solidFill>
            <a:schemeClr val="dk1"/>
          </a:solidFill>
          <a:latin typeface="Calibri" pitchFamily="34" charset="0"/>
          <a:ea typeface="宋体" pitchFamily="2" charset="-122"/>
        </a:defRPr>
      </a:lvl2pPr>
      <a:lvl3pPr marL="11430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3pPr>
      <a:lvl4pPr marL="16002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4pPr>
      <a:lvl5pPr marL="20574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5pPr>
    </p:bodyStyle>
    <p:other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613" name="标题占位符 1"/>
          <p:cNvSpPr>
            <a:spLocks noGrp="1"/>
          </p:cNvSpPr>
          <p:nvPr>
            <p:ph type="title" idx="4294967295"/>
          </p:nvPr>
        </p:nvSpPr>
        <p:spPr>
          <a:xfrm>
            <a:off x="838200" y="365125"/>
            <a:ext cx="10515600" cy="1325562"/>
          </a:xfrm>
          <a:prstGeom prst="rect">
            <a:avLst/>
          </a:prstGeom>
          <a:noFill/>
          <a:ln>
            <a:noFill/>
          </a:ln>
        </p:spPr>
        <p:txBody>
          <a:bodyPr vert="horz" lIns="91440" tIns="45720" rIns="91440" bIns="45720" anchor="ctr"/>
          <a:lstStyle/>
          <a:p>
            <a:pPr lvl="0"/>
            <a:r>
              <a:rPr lang="zh-CN" altLang="en-US"/>
              <a:t>单击此处编辑母版标题样式</a:t>
            </a:r>
          </a:p>
        </p:txBody>
      </p:sp>
      <p:sp>
        <p:nvSpPr>
          <p:cNvPr id="1048614" name="文本占位符 2"/>
          <p:cNvSpPr>
            <a:spLocks noGrp="1"/>
          </p:cNvSpPr>
          <p:nvPr>
            <p:ph type="body" idx="4294967295"/>
          </p:nvPr>
        </p:nvSpPr>
        <p:spPr>
          <a:xfrm>
            <a:off x="838200" y="1825625"/>
            <a:ext cx="10515600" cy="4351337"/>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15"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16"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latin typeface="Calibri" pitchFamily="34" charset="0"/>
              <a:ea typeface="宋体" pitchFamily="2" charset="-122"/>
            </a:endParaRPr>
          </a:p>
        </p:txBody>
      </p:sp>
      <p:sp>
        <p:nvSpPr>
          <p:cNvPr id="1048617"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latin typeface="Calibri" pitchFamily="34" charset="0"/>
                <a:ea typeface="宋体" pitchFamily="2" charset="-122"/>
              </a:rPr>
              <a:pPr lvl="0" algn="r"/>
              <a:t>‹#›</a:t>
            </a:fld>
            <a:endParaRPr lang="zh-CN" altLang="en-US" sz="1200">
              <a:solidFill>
                <a:srgbClr val="898989"/>
              </a:solidFill>
              <a:latin typeface="Calibri" pitchFamily="34" charset="0"/>
              <a:ea typeface="宋体" pitchFamily="2" charset="-122"/>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ftr="0" dt="0"/>
  <p:txStyles>
    <p:titleStyle>
      <a:lvl1pPr marL="0" indent="0" algn="l" rtl="0" eaLnBrk="0" fontAlgn="base" latinLnBrk="0" hangingPunct="0">
        <a:lnSpc>
          <a:spcPct val="90000"/>
        </a:lnSpc>
        <a:spcBef>
          <a:spcPct val="0"/>
        </a:spcBef>
        <a:spcAft>
          <a:spcPct val="0"/>
        </a:spcAft>
        <a:buFontTx/>
        <a:buNone/>
        <a:defRPr sz="4400">
          <a:solidFill>
            <a:schemeClr val="dk1"/>
          </a:solidFill>
          <a:latin typeface="Calibri Light" pitchFamily="34" charset="0"/>
          <a:ea typeface="宋体" pitchFamily="2" charset="-122"/>
        </a:defRPr>
      </a:lvl1pPr>
    </p:titleStyle>
    <p:bodyStyle>
      <a:lvl1pPr marL="228600" indent="-228600" algn="l" rtl="0" eaLnBrk="0" fontAlgn="base" latinLnBrk="0" hangingPunct="0">
        <a:lnSpc>
          <a:spcPct val="90000"/>
        </a:lnSpc>
        <a:spcBef>
          <a:spcPts val="1000"/>
        </a:spcBef>
        <a:spcAft>
          <a:spcPct val="0"/>
        </a:spcAft>
        <a:buSzPct val="100000"/>
        <a:buFont typeface="Arial" pitchFamily="34" charset="0"/>
        <a:buChar char="•"/>
        <a:defRPr sz="2800">
          <a:solidFill>
            <a:schemeClr val="dk1"/>
          </a:solidFill>
          <a:latin typeface="Calibri" pitchFamily="34" charset="0"/>
          <a:ea typeface="宋体" pitchFamily="2" charset="-122"/>
        </a:defRPr>
      </a:lvl1pPr>
      <a:lvl2pPr marL="685800" indent="-228600" algn="l" rtl="0" eaLnBrk="0" fontAlgn="base" latinLnBrk="0" hangingPunct="0">
        <a:lnSpc>
          <a:spcPct val="90000"/>
        </a:lnSpc>
        <a:spcBef>
          <a:spcPts val="500"/>
        </a:spcBef>
        <a:spcAft>
          <a:spcPct val="0"/>
        </a:spcAft>
        <a:buSzPct val="100000"/>
        <a:buFont typeface="Arial" pitchFamily="34" charset="0"/>
        <a:buChar char="•"/>
        <a:defRPr sz="2400">
          <a:solidFill>
            <a:schemeClr val="dk1"/>
          </a:solidFill>
          <a:latin typeface="Calibri" pitchFamily="34" charset="0"/>
          <a:ea typeface="宋体" pitchFamily="2" charset="-122"/>
        </a:defRPr>
      </a:lvl2pPr>
      <a:lvl3pPr marL="1143000" indent="-228600" algn="l" rtl="0" eaLnBrk="0" fontAlgn="base" latinLnBrk="0" hangingPunct="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3pPr>
      <a:lvl4pPr marL="1600200" indent="-228600" algn="l" rtl="0" eaLnBrk="0" fontAlgn="base" latinLnBrk="0" hangingPunct="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4pPr>
      <a:lvl5pPr marL="2057400" indent="-228600" algn="l" rtl="0" eaLnBrk="0" fontAlgn="base" latinLnBrk="0" hangingPunct="0">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5pPr>
    </p:bodyStyle>
    <p:other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85" name="标题占位符 1"/>
          <p:cNvSpPr>
            <a:spLocks noGrp="1"/>
          </p:cNvSpPr>
          <p:nvPr>
            <p:ph type="title" idx="4294967295"/>
          </p:nvPr>
        </p:nvSpPr>
        <p:spPr>
          <a:xfrm>
            <a:off x="838200" y="365125"/>
            <a:ext cx="10515600" cy="1325562"/>
          </a:xfrm>
          <a:prstGeom prst="rect">
            <a:avLst/>
          </a:prstGeom>
          <a:noFill/>
          <a:ln>
            <a:noFill/>
          </a:ln>
        </p:spPr>
        <p:txBody>
          <a:bodyPr vert="horz" lIns="91440" tIns="45720" rIns="91440" bIns="45720" anchor="ctr"/>
          <a:lstStyle/>
          <a:p>
            <a:pPr lvl="0"/>
            <a:r>
              <a:rPr lang="zh-CN" altLang="en-US"/>
              <a:t>单击此处编辑母版标题样式</a:t>
            </a:r>
          </a:p>
        </p:txBody>
      </p:sp>
      <p:sp>
        <p:nvSpPr>
          <p:cNvPr id="1048586" name="文本占位符 2"/>
          <p:cNvSpPr>
            <a:spLocks noGrp="1"/>
          </p:cNvSpPr>
          <p:nvPr>
            <p:ph type="body" idx="4294967295"/>
          </p:nvPr>
        </p:nvSpPr>
        <p:spPr>
          <a:xfrm>
            <a:off x="838200" y="1825625"/>
            <a:ext cx="10515600" cy="4351337"/>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87" name="日期占位符 3"/>
          <p:cNvSpPr>
            <a:spLocks noGrp="1"/>
          </p:cNvSpPr>
          <p:nvPr>
            <p:ph type="dt" sz="half" idx="4294967295"/>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fontAlgn="base">
              <a:spcBef>
                <a:spcPct val="0"/>
              </a:spcBef>
              <a:spcAft>
                <a:spcPct val="0"/>
              </a:spcAft>
              <a:buFontTx/>
              <a:buNone/>
            </a:pPr>
            <a:endParaRPr lang="zh-CN" altLang="en-US" sz="1200">
              <a:solidFill>
                <a:srgbClr val="898989"/>
              </a:solidFill>
            </a:endParaRPr>
          </a:p>
        </p:txBody>
      </p:sp>
      <p:sp>
        <p:nvSpPr>
          <p:cNvPr id="1048588" name="页脚占位符 4"/>
          <p:cNvSpPr>
            <a:spLocks noGrp="1"/>
          </p:cNvSpPr>
          <p:nvPr>
            <p:ph type="ftr" sz="quarter" idx="4294967295"/>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ctr" fontAlgn="base">
              <a:spcBef>
                <a:spcPct val="0"/>
              </a:spcBef>
              <a:spcAft>
                <a:spcPct val="0"/>
              </a:spcAft>
              <a:buFontTx/>
              <a:buNone/>
            </a:pPr>
            <a:endParaRPr lang="zh-CN" altLang="en-US" sz="1200">
              <a:solidFill>
                <a:srgbClr val="898989"/>
              </a:solidFill>
            </a:endParaRPr>
          </a:p>
        </p:txBody>
      </p:sp>
      <p:sp>
        <p:nvSpPr>
          <p:cNvPr id="1048589" name="灯片编号占位符 5"/>
          <p:cNvSpPr>
            <a:spLocks noGrp="1"/>
          </p:cNvSpPr>
          <p:nvPr>
            <p:ph type="sldNum" sz="quarter" idx="4294967295"/>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a:lstStyle>
          <a:p>
            <a:pPr lvl="0" algn="r"/>
            <a:fld id="{566ABCEB-ACFC-4714-9973-3DA970169C29}" type="slidenum">
              <a:rPr lang="zh-CN" altLang="en-US" sz="1200">
                <a:solidFill>
                  <a:srgbClr val="898989"/>
                </a:solidFill>
              </a:rPr>
              <a:pPr lvl="0" algn="r"/>
              <a:t>‹#›</a:t>
            </a:fld>
            <a:endParaRPr lang="zh-CN" altLang="en-US" sz="1200">
              <a:solidFill>
                <a:srgbClr val="898989"/>
              </a:solidFill>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ftr="0" dt="0"/>
  <p:txStyles>
    <p:titleStyle>
      <a:lvl1pPr marL="0" indent="0" algn="l" rtl="0" eaLnBrk="1" fontAlgn="base" latinLnBrk="0" hangingPunct="1">
        <a:lnSpc>
          <a:spcPct val="90000"/>
        </a:lnSpc>
        <a:spcBef>
          <a:spcPct val="0"/>
        </a:spcBef>
        <a:spcAft>
          <a:spcPct val="0"/>
        </a:spcAft>
        <a:buFontTx/>
        <a:buNone/>
        <a:defRPr sz="4400">
          <a:solidFill>
            <a:schemeClr val="dk1"/>
          </a:solidFill>
          <a:latin typeface="Calibri Light" pitchFamily="34" charset="0"/>
          <a:ea typeface="宋体" pitchFamily="2" charset="-122"/>
        </a:defRPr>
      </a:lvl1pPr>
    </p:titleStyle>
    <p:bodyStyle>
      <a:lvl1pPr marL="228600" indent="-228600" algn="l" rtl="0" eaLnBrk="1" fontAlgn="base" latinLnBrk="0" hangingPunct="1">
        <a:lnSpc>
          <a:spcPct val="90000"/>
        </a:lnSpc>
        <a:spcBef>
          <a:spcPts val="1000"/>
        </a:spcBef>
        <a:spcAft>
          <a:spcPct val="0"/>
        </a:spcAft>
        <a:buSzPct val="100000"/>
        <a:buFont typeface="Arial" pitchFamily="34" charset="0"/>
        <a:buChar char="•"/>
        <a:defRPr sz="2800">
          <a:solidFill>
            <a:schemeClr val="dk1"/>
          </a:solidFill>
          <a:latin typeface="Calibri" pitchFamily="34" charset="0"/>
          <a:ea typeface="宋体" pitchFamily="2" charset="-122"/>
        </a:defRPr>
      </a:lvl1pPr>
      <a:lvl2pPr marL="685800" indent="-228600" algn="l" rtl="0" eaLnBrk="1" fontAlgn="base" latinLnBrk="0" hangingPunct="1">
        <a:lnSpc>
          <a:spcPct val="90000"/>
        </a:lnSpc>
        <a:spcBef>
          <a:spcPts val="500"/>
        </a:spcBef>
        <a:spcAft>
          <a:spcPct val="0"/>
        </a:spcAft>
        <a:buSzPct val="100000"/>
        <a:buFont typeface="Arial" pitchFamily="34" charset="0"/>
        <a:buChar char="•"/>
        <a:defRPr sz="2400">
          <a:solidFill>
            <a:schemeClr val="dk1"/>
          </a:solidFill>
          <a:latin typeface="Calibri" pitchFamily="34" charset="0"/>
          <a:ea typeface="宋体" pitchFamily="2" charset="-122"/>
        </a:defRPr>
      </a:lvl2pPr>
      <a:lvl3pPr marL="11430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3pPr>
      <a:lvl4pPr marL="16002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4pPr>
      <a:lvl5pPr marL="2057400" indent="-228600" algn="l" rtl="0" eaLnBrk="1" fontAlgn="base" latinLnBrk="0" hangingPunct="1">
        <a:lnSpc>
          <a:spcPct val="90000"/>
        </a:lnSpc>
        <a:spcBef>
          <a:spcPts val="500"/>
        </a:spcBef>
        <a:spcAft>
          <a:spcPct val="0"/>
        </a:spcAft>
        <a:buSzPct val="100000"/>
        <a:buFont typeface="Arial" pitchFamily="34" charset="0"/>
        <a:buChar char="•"/>
        <a:defRPr sz="2000">
          <a:solidFill>
            <a:schemeClr val="dk1"/>
          </a:solidFill>
          <a:latin typeface="Calibri" pitchFamily="34" charset="0"/>
          <a:ea typeface="宋体" pitchFamily="2" charset="-122"/>
        </a:defRPr>
      </a:lvl5pPr>
    </p:bodyStyle>
    <p:otherStyle>
      <a:lvl1pPr marL="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a:solidFill>
            <a:schemeClr val="dk1"/>
          </a:solidFill>
          <a:latin typeface="Calibri" pitchFamily="34" charset="0"/>
          <a:ea typeface="宋体" pitchFamily="2" charset="-122"/>
        </a:defRPr>
      </a:lvl5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9.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图片 3"/>
          <p:cNvPicPr>
            <a:picLocks/>
          </p:cNvPicPr>
          <p:nvPr/>
        </p:nvPicPr>
        <p:blipFill>
          <a:blip r:embed="rId2"/>
          <a:srcRect/>
          <a:stretch>
            <a:fillRect/>
          </a:stretch>
        </p:blipFill>
        <p:spPr>
          <a:xfrm>
            <a:off x="0" y="0"/>
            <a:ext cx="12192000" cy="6858000"/>
          </a:xfrm>
          <a:prstGeom prst="rect">
            <a:avLst/>
          </a:prstGeom>
          <a:noFill/>
          <a:ln>
            <a:noFill/>
          </a:ln>
        </p:spPr>
      </p:pic>
      <p:sp>
        <p:nvSpPr>
          <p:cNvPr id="1048599" name="矩形 5"/>
          <p:cNvSpPr/>
          <p:nvPr/>
        </p:nvSpPr>
        <p:spPr>
          <a:xfrm flipH="1">
            <a:off x="-181842" y="295995"/>
            <a:ext cx="6908800" cy="2162175"/>
          </a:xfrm>
          <a:custGeom>
            <a:avLst/>
            <a:gdLst/>
            <a:ahLst/>
            <a:cxnLst/>
            <a:rect l="0" t="0" r="r" b="b"/>
            <a:pathLst>
              <a:path w="9017266" h="1490472">
                <a:moveTo>
                  <a:pt x="531634" y="0"/>
                </a:moveTo>
                <a:lnTo>
                  <a:pt x="9017266" y="0"/>
                </a:lnTo>
                <a:lnTo>
                  <a:pt x="9017266" y="1490472"/>
                </a:lnTo>
                <a:lnTo>
                  <a:pt x="531634" y="1490472"/>
                </a:lnTo>
                <a:cubicBezTo>
                  <a:pt x="-199886" y="1432560"/>
                  <a:pt x="-154166" y="76200"/>
                  <a:pt x="531634" y="0"/>
                </a:cubicBezTo>
              </a:path>
            </a:pathLst>
          </a:custGeom>
          <a:solidFill>
            <a:schemeClr val="lt1">
              <a:alpha val="17999"/>
            </a:schemeClr>
          </a:solid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ea typeface="宋体" pitchFamily="2" charset="-122"/>
              </a:defRPr>
            </a:lvl5pPr>
          </a:lstStyle>
          <a:p>
            <a:pPr lvl="0" algn="ctr" fontAlgn="base">
              <a:spcBef>
                <a:spcPct val="0"/>
              </a:spcBef>
              <a:spcAft>
                <a:spcPct val="0"/>
              </a:spcAft>
              <a:buFontTx/>
              <a:buNone/>
            </a:pPr>
            <a:r>
              <a:rPr lang="en-US" altLang="en-US" sz="4400">
                <a:solidFill>
                  <a:srgbClr val="FFFFFF"/>
                </a:solidFill>
              </a:rPr>
              <a:t>Hash function and digital signature </a:t>
            </a:r>
            <a:endParaRPr lang="zh-CN" altLang="en-US" sz="1800">
              <a:solidFill>
                <a:srgbClr val="FFFFFF"/>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809" name="TextBox 1048808"/>
          <p:cNvSpPr txBox="1"/>
          <p:nvPr/>
        </p:nvSpPr>
        <p:spPr>
          <a:xfrm>
            <a:off x="372590" y="379266"/>
            <a:ext cx="4000000" cy="701040"/>
          </a:xfrm>
          <a:prstGeom prst="rect">
            <a:avLst/>
          </a:prstGeom>
        </p:spPr>
        <p:txBody>
          <a:bodyPr wrap="square" rtlCol="0">
            <a:spAutoFit/>
          </a:bodyPr>
          <a:lstStyle/>
          <a:p>
            <a:r>
              <a:rPr lang="en-US" sz="4000">
                <a:solidFill>
                  <a:srgbClr val="FFFFFF"/>
                </a:solidFill>
              </a:rPr>
              <a:t>Introduction </a:t>
            </a:r>
            <a:endParaRPr lang="en-US" sz="2800">
              <a:solidFill>
                <a:srgbClr val="000000"/>
              </a:solidFill>
            </a:endParaRPr>
          </a:p>
        </p:txBody>
      </p:sp>
      <p:sp>
        <p:nvSpPr>
          <p:cNvPr id="1048810" name="TextBox 1048809"/>
          <p:cNvSpPr txBox="1"/>
          <p:nvPr/>
        </p:nvSpPr>
        <p:spPr>
          <a:xfrm>
            <a:off x="721308" y="1379218"/>
            <a:ext cx="9260017" cy="5679440"/>
          </a:xfrm>
          <a:prstGeom prst="rect">
            <a:avLst/>
          </a:prstGeom>
        </p:spPr>
        <p:txBody>
          <a:bodyPr wrap="square" rtlCol="0">
            <a:spAutoFit/>
          </a:bodyPr>
          <a:lstStyle/>
          <a:p>
            <a:r>
              <a:rPr lang="en-US" sz="3200">
                <a:solidFill>
                  <a:srgbClr val="FFFFFF"/>
                </a:solidFill>
              </a:rPr>
              <a:t>A hash function is a unique tool in computer science that transforms any input data into a fixed-size string of characters, acting like a digital fingerprint.</a:t>
            </a:r>
            <a:endParaRPr lang="en-US" sz="3600">
              <a:solidFill>
                <a:srgbClr val="FFFFFF"/>
              </a:solidFill>
            </a:endParaRPr>
          </a:p>
          <a:p>
            <a:endParaRPr lang="en-US" sz="3200">
              <a:solidFill>
                <a:srgbClr val="FFFFFF"/>
              </a:solidFill>
            </a:endParaRPr>
          </a:p>
          <a:p>
            <a:r>
              <a:rPr lang="en-US" sz="3200">
                <a:solidFill>
                  <a:srgbClr val="FFFFFF"/>
                </a:solidFill>
              </a:rPr>
              <a:t>Digital signatures build on this by ensuring the authenticity and integrity of digital messages or documents. Using cryptographic methods, they confirm that the content hasn't been tampered with and verify the sender's identity. </a:t>
            </a:r>
            <a:endParaRPr lang="en-US" sz="3600">
              <a:solidFill>
                <a:srgbClr val="FFFFFF"/>
              </a:solidFill>
            </a:endParaRPr>
          </a:p>
          <a:p>
            <a:endParaRPr lang="en-US" sz="3200">
              <a:solidFill>
                <a:srgbClr val="FFFFFF"/>
              </a:solidFill>
            </a:endParaRPr>
          </a:p>
          <a:p>
            <a:endParaRPr lang="zh-CN" altLang="en-US"/>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601" name="TextBox 1048600"/>
          <p:cNvSpPr txBox="1"/>
          <p:nvPr/>
        </p:nvSpPr>
        <p:spPr>
          <a:xfrm>
            <a:off x="268680" y="699652"/>
            <a:ext cx="6900407" cy="637540"/>
          </a:xfrm>
          <a:prstGeom prst="rect">
            <a:avLst/>
          </a:prstGeom>
        </p:spPr>
        <p:txBody>
          <a:bodyPr wrap="square" rtlCol="0">
            <a:spAutoFit/>
          </a:bodyPr>
          <a:lstStyle/>
          <a:p>
            <a:r>
              <a:rPr lang="en-US" sz="3600">
                <a:solidFill>
                  <a:srgbClr val="FFFFFF"/>
                </a:solidFill>
              </a:rPr>
              <a:t>What is a Hash Function?</a:t>
            </a:r>
            <a:endParaRPr lang="en-US" sz="2800">
              <a:solidFill>
                <a:srgbClr val="000000"/>
              </a:solidFill>
            </a:endParaRPr>
          </a:p>
        </p:txBody>
      </p:sp>
      <p:sp>
        <p:nvSpPr>
          <p:cNvPr id="1048602" name="TextBox 1048601"/>
          <p:cNvSpPr txBox="1"/>
          <p:nvPr/>
        </p:nvSpPr>
        <p:spPr>
          <a:xfrm>
            <a:off x="1190086" y="1610359"/>
            <a:ext cx="8896971" cy="4434840"/>
          </a:xfrm>
          <a:prstGeom prst="rect">
            <a:avLst/>
          </a:prstGeom>
        </p:spPr>
        <p:txBody>
          <a:bodyPr wrap="square" rtlCol="0">
            <a:spAutoFit/>
          </a:bodyPr>
          <a:lstStyle/>
          <a:p>
            <a:r>
              <a:rPr lang="en-US" sz="3200">
                <a:solidFill>
                  <a:srgbClr val="FFFFFF"/>
                </a:solidFill>
              </a:rPr>
              <a:t>A hash function is a mathematical algorithm that transforms input data of any size into a fixed-size string of characters, which is typically a sequence of numbers and letters. The output is known as a hash value, hash code, or simply a hash. Hash functions are widely used in computer science for various applications, such as data retrieval, encryption, and data integrity verification.</a:t>
            </a:r>
            <a:r>
              <a:rPr lang="en-US" sz="2800">
                <a:solidFill>
                  <a:srgbClr val="FFFFFF"/>
                </a:solidFill>
              </a:rPr>
              <a:t> </a:t>
            </a:r>
            <a:endParaRPr lang="en-US" sz="2800">
              <a:solidFill>
                <a:srgbClr val="000000"/>
              </a:solidFill>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pic>
        <p:nvPicPr>
          <p:cNvPr id="2097154" name="Picture 2097153"/>
          <p:cNvPicPr>
            <a:picLocks/>
          </p:cNvPicPr>
          <p:nvPr/>
        </p:nvPicPr>
        <p:blipFill>
          <a:blip r:embed="rId3"/>
          <a:stretch>
            <a:fillRect/>
          </a:stretch>
        </p:blipFill>
        <p:spPr>
          <a:xfrm>
            <a:off x="450273" y="931891"/>
            <a:ext cx="11291454" cy="4629700"/>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606" name="TextBox 1048605"/>
          <p:cNvSpPr txBox="1"/>
          <p:nvPr/>
        </p:nvSpPr>
        <p:spPr>
          <a:xfrm>
            <a:off x="123787" y="513808"/>
            <a:ext cx="8663123" cy="637539"/>
          </a:xfrm>
          <a:prstGeom prst="rect">
            <a:avLst/>
          </a:prstGeom>
        </p:spPr>
        <p:txBody>
          <a:bodyPr wrap="square" rtlCol="0">
            <a:spAutoFit/>
          </a:bodyPr>
          <a:lstStyle/>
          <a:p>
            <a:r>
              <a:rPr lang="en-US" sz="3600">
                <a:solidFill>
                  <a:srgbClr val="FFFFFF"/>
                </a:solidFill>
              </a:rPr>
              <a:t>Applications of Hash Functions</a:t>
            </a:r>
            <a:endParaRPr lang="en-US" sz="2800">
              <a:solidFill>
                <a:srgbClr val="000000"/>
              </a:solidFill>
            </a:endParaRPr>
          </a:p>
        </p:txBody>
      </p:sp>
      <p:sp>
        <p:nvSpPr>
          <p:cNvPr id="1048607" name="TextBox 1048606"/>
          <p:cNvSpPr txBox="1"/>
          <p:nvPr/>
        </p:nvSpPr>
        <p:spPr>
          <a:xfrm>
            <a:off x="797134" y="1558328"/>
            <a:ext cx="7316431" cy="2682239"/>
          </a:xfrm>
          <a:prstGeom prst="rect">
            <a:avLst/>
          </a:prstGeom>
        </p:spPr>
        <p:txBody>
          <a:bodyPr wrap="square" rtlCol="0">
            <a:spAutoFit/>
          </a:bodyPr>
          <a:lstStyle/>
          <a:p>
            <a:r>
              <a:rPr lang="en-US" sz="2800">
                <a:solidFill>
                  <a:srgbClr val="FFFFFF"/>
                </a:solidFill>
              </a:rPr>
              <a:t>Data Integrity: Verify that data hasn’t been altered.</a:t>
            </a:r>
            <a:endParaRPr lang="en-US" sz="2800">
              <a:solidFill>
                <a:srgbClr val="000000"/>
              </a:solidFill>
            </a:endParaRPr>
          </a:p>
          <a:p>
            <a:r>
              <a:rPr lang="en-US" sz="2800">
                <a:solidFill>
                  <a:srgbClr val="FFFFFF"/>
                </a:solidFill>
              </a:rPr>
              <a:t>Password Storage: Store hashed passwords.</a:t>
            </a:r>
            <a:endParaRPr lang="en-US" sz="2800">
              <a:solidFill>
                <a:srgbClr val="000000"/>
              </a:solidFill>
            </a:endParaRPr>
          </a:p>
          <a:p>
            <a:r>
              <a:rPr lang="en-US" sz="2800">
                <a:solidFill>
                  <a:srgbClr val="FFFFFF"/>
                </a:solidFill>
              </a:rPr>
              <a:t>Digital Signatures: Used in the signing process.</a:t>
            </a:r>
            <a:endParaRPr lang="en-US" sz="2800">
              <a:solidFill>
                <a:srgbClr val="000000"/>
              </a:solidFill>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pic>
        <p:nvPicPr>
          <p:cNvPr id="2097157" name="Picture 2097156"/>
          <p:cNvPicPr>
            <a:picLocks/>
          </p:cNvPicPr>
          <p:nvPr/>
        </p:nvPicPr>
        <p:blipFill>
          <a:blip r:embed="rId3"/>
          <a:stretch>
            <a:fillRect/>
          </a:stretch>
        </p:blipFill>
        <p:spPr>
          <a:xfrm>
            <a:off x="753340" y="658090"/>
            <a:ext cx="10685319" cy="5520919"/>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608" name="TextBox 1048607"/>
          <p:cNvSpPr txBox="1"/>
          <p:nvPr/>
        </p:nvSpPr>
        <p:spPr>
          <a:xfrm>
            <a:off x="421082" y="460759"/>
            <a:ext cx="6534770" cy="701040"/>
          </a:xfrm>
          <a:prstGeom prst="rect">
            <a:avLst/>
          </a:prstGeom>
        </p:spPr>
        <p:txBody>
          <a:bodyPr wrap="square" rtlCol="0">
            <a:spAutoFit/>
          </a:bodyPr>
          <a:lstStyle/>
          <a:p>
            <a:r>
              <a:rPr lang="en-US" sz="4000">
                <a:solidFill>
                  <a:srgbClr val="FFFFFF"/>
                </a:solidFill>
              </a:rPr>
              <a:t>What is a Digital Signature?</a:t>
            </a:r>
            <a:endParaRPr lang="en-US" sz="2800">
              <a:solidFill>
                <a:srgbClr val="000000"/>
              </a:solidFill>
            </a:endParaRPr>
          </a:p>
        </p:txBody>
      </p:sp>
      <p:sp>
        <p:nvSpPr>
          <p:cNvPr id="1048609" name="TextBox 1048608"/>
          <p:cNvSpPr txBox="1"/>
          <p:nvPr/>
        </p:nvSpPr>
        <p:spPr>
          <a:xfrm>
            <a:off x="1245106" y="1508678"/>
            <a:ext cx="10095566" cy="2275841"/>
          </a:xfrm>
          <a:prstGeom prst="rect">
            <a:avLst/>
          </a:prstGeom>
        </p:spPr>
        <p:txBody>
          <a:bodyPr wrap="square" rtlCol="0">
            <a:spAutoFit/>
          </a:bodyPr>
          <a:lstStyle/>
          <a:p>
            <a:r>
              <a:rPr lang="en-US" sz="3600" b="0">
                <a:solidFill>
                  <a:srgbClr val="FFFFFF"/>
                </a:solidFill>
              </a:rPr>
              <a:t>A digital signature is an electronic signature that uses a mathematical algorithm to validate the authenticity and integrity of a message, software, or digital document.</a:t>
            </a:r>
            <a:endParaRPr lang="en-US" sz="2800" b="0">
              <a:solidFill>
                <a:srgbClr val="000000"/>
              </a:solidFill>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603" name="TextBox 1048602"/>
          <p:cNvSpPr txBox="1"/>
          <p:nvPr/>
        </p:nvSpPr>
        <p:spPr>
          <a:xfrm>
            <a:off x="4096000" y="3219450"/>
            <a:ext cx="4000000" cy="523240"/>
          </a:xfrm>
          <a:prstGeom prst="rect">
            <a:avLst/>
          </a:prstGeom>
        </p:spPr>
        <p:txBody>
          <a:bodyPr wrap="square" rtlCol="0">
            <a:spAutoFit/>
          </a:bodyPr>
          <a:lstStyle/>
          <a:p>
            <a:endParaRPr lang="en-US" sz="2800">
              <a:solidFill>
                <a:srgbClr val="000000"/>
              </a:solidFill>
            </a:endParaRPr>
          </a:p>
        </p:txBody>
      </p:sp>
      <p:sp>
        <p:nvSpPr>
          <p:cNvPr id="1048813" name="TextBox 1048812"/>
          <p:cNvSpPr txBox="1"/>
          <p:nvPr/>
        </p:nvSpPr>
        <p:spPr>
          <a:xfrm>
            <a:off x="372590" y="517812"/>
            <a:ext cx="7087329" cy="1310641"/>
          </a:xfrm>
          <a:prstGeom prst="rect">
            <a:avLst/>
          </a:prstGeom>
        </p:spPr>
        <p:txBody>
          <a:bodyPr wrap="square" rtlCol="0">
            <a:spAutoFit/>
          </a:bodyPr>
          <a:lstStyle/>
          <a:p>
            <a:r>
              <a:rPr lang="en-US" sz="4000">
                <a:solidFill>
                  <a:srgbClr val="FFFFFF"/>
                </a:solidFill>
              </a:rPr>
              <a:t>Components of Digital Signatures</a:t>
            </a:r>
            <a:endParaRPr lang="en-US" sz="2800">
              <a:solidFill>
                <a:srgbClr val="000000"/>
              </a:solidFill>
            </a:endParaRPr>
          </a:p>
        </p:txBody>
      </p:sp>
      <p:sp>
        <p:nvSpPr>
          <p:cNvPr id="1048814" name="TextBox 1048813"/>
          <p:cNvSpPr txBox="1"/>
          <p:nvPr/>
        </p:nvSpPr>
        <p:spPr>
          <a:xfrm>
            <a:off x="935682" y="2437130"/>
            <a:ext cx="9078620" cy="1818640"/>
          </a:xfrm>
          <a:prstGeom prst="rect">
            <a:avLst/>
          </a:prstGeom>
        </p:spPr>
        <p:txBody>
          <a:bodyPr wrap="square" rtlCol="0">
            <a:spAutoFit/>
          </a:bodyPr>
          <a:lstStyle/>
          <a:p>
            <a:r>
              <a:rPr lang="en-US" sz="2800">
                <a:solidFill>
                  <a:srgbClr val="FFFFFF"/>
                </a:solidFill>
              </a:rPr>
              <a:t>Key Pair:</a:t>
            </a:r>
            <a:endParaRPr lang="en-US" sz="3200">
              <a:solidFill>
                <a:srgbClr val="000000"/>
              </a:solidFill>
            </a:endParaRPr>
          </a:p>
          <a:p>
            <a:r>
              <a:rPr lang="en-US" sz="2800">
                <a:solidFill>
                  <a:srgbClr val="FFFFFF"/>
                </a:solidFill>
              </a:rPr>
              <a:t>Private Key: Used for signing.</a:t>
            </a:r>
            <a:endParaRPr lang="en-US" sz="3200">
              <a:solidFill>
                <a:srgbClr val="000000"/>
              </a:solidFill>
            </a:endParaRPr>
          </a:p>
          <a:p>
            <a:r>
              <a:rPr lang="en-US" sz="2800">
                <a:solidFill>
                  <a:srgbClr val="FFFFFF"/>
                </a:solidFill>
              </a:rPr>
              <a:t>Public Key: Used for verification.</a:t>
            </a:r>
            <a:endParaRPr lang="en-US" sz="3200">
              <a:solidFill>
                <a:srgbClr val="000000"/>
              </a:solidFill>
            </a:endParaRPr>
          </a:p>
          <a:p>
            <a:r>
              <a:rPr lang="en-US" sz="2800">
                <a:solidFill>
                  <a:srgbClr val="FFFFFF"/>
                </a:solidFill>
              </a:rPr>
              <a:t>Hashing: The document is hashed before signing.</a:t>
            </a:r>
            <a:endParaRPr lang="en-US" sz="2800">
              <a:solidFill>
                <a:srgbClr val="000000"/>
              </a:solidFill>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610" name="TextBox 1048609"/>
          <p:cNvSpPr txBox="1"/>
          <p:nvPr/>
        </p:nvSpPr>
        <p:spPr>
          <a:xfrm>
            <a:off x="573235" y="344319"/>
            <a:ext cx="9141613" cy="701040"/>
          </a:xfrm>
          <a:prstGeom prst="rect">
            <a:avLst/>
          </a:prstGeom>
        </p:spPr>
        <p:txBody>
          <a:bodyPr wrap="square" rtlCol="0">
            <a:spAutoFit/>
          </a:bodyPr>
          <a:lstStyle/>
          <a:p>
            <a:r>
              <a:rPr lang="en-US" sz="4000">
                <a:solidFill>
                  <a:srgbClr val="FFFFFF"/>
                </a:solidFill>
              </a:rPr>
              <a:t>Digital Signature Process</a:t>
            </a:r>
            <a:endParaRPr lang="en-US" sz="2800">
              <a:solidFill>
                <a:srgbClr val="000000"/>
              </a:solidFill>
            </a:endParaRPr>
          </a:p>
        </p:txBody>
      </p:sp>
      <p:sp>
        <p:nvSpPr>
          <p:cNvPr id="1048817" name="TextBox 1048816"/>
          <p:cNvSpPr txBox="1"/>
          <p:nvPr/>
        </p:nvSpPr>
        <p:spPr>
          <a:xfrm>
            <a:off x="1558637" y="1323452"/>
            <a:ext cx="8684568" cy="1386840"/>
          </a:xfrm>
          <a:prstGeom prst="rect">
            <a:avLst/>
          </a:prstGeom>
        </p:spPr>
        <p:txBody>
          <a:bodyPr wrap="square" rtlCol="0">
            <a:spAutoFit/>
          </a:bodyPr>
          <a:lstStyle/>
          <a:p>
            <a:r>
              <a:rPr lang="en-US" sz="2800">
                <a:solidFill>
                  <a:srgbClr val="FFFFFF"/>
                </a:solidFill>
              </a:rPr>
              <a:t>Document is hashed using a hash function.</a:t>
            </a:r>
            <a:endParaRPr lang="en-US" sz="2800">
              <a:solidFill>
                <a:srgbClr val="000000"/>
              </a:solidFill>
            </a:endParaRPr>
          </a:p>
          <a:p>
            <a:r>
              <a:rPr lang="en-US" sz="2800">
                <a:solidFill>
                  <a:srgbClr val="FFFFFF"/>
                </a:solidFill>
              </a:rPr>
              <a:t>Hash is encrypted with the signer’s private key.</a:t>
            </a:r>
            <a:endParaRPr lang="en-US" sz="2800">
              <a:solidFill>
                <a:srgbClr val="000000"/>
              </a:solidFill>
            </a:endParaRPr>
          </a:p>
          <a:p>
            <a:r>
              <a:rPr lang="en-US" sz="2800">
                <a:solidFill>
                  <a:srgbClr val="FFFFFF"/>
                </a:solidFill>
              </a:rPr>
              <a:t>The digital signature is attached to the document.</a:t>
            </a:r>
            <a:endParaRPr lang="en-US" sz="2800">
              <a:solidFill>
                <a:srgbClr val="000000"/>
              </a:solidFill>
            </a:endParaRPr>
          </a:p>
        </p:txBody>
      </p:sp>
      <p:sp>
        <p:nvSpPr>
          <p:cNvPr id="1048818" name="TextBox 1048817"/>
          <p:cNvSpPr txBox="1"/>
          <p:nvPr/>
        </p:nvSpPr>
        <p:spPr>
          <a:xfrm>
            <a:off x="573234" y="2988385"/>
            <a:ext cx="7887931" cy="1183639"/>
          </a:xfrm>
          <a:prstGeom prst="rect">
            <a:avLst/>
          </a:prstGeom>
        </p:spPr>
        <p:txBody>
          <a:bodyPr wrap="square" rtlCol="0">
            <a:spAutoFit/>
          </a:bodyPr>
          <a:lstStyle/>
          <a:p>
            <a:r>
              <a:rPr lang="en-US" sz="3600">
                <a:solidFill>
                  <a:srgbClr val="FFFFFF"/>
                </a:solidFill>
              </a:rPr>
              <a:t>Verification of Digital Signatures</a:t>
            </a:r>
            <a:endParaRPr lang="en-US" sz="4000">
              <a:solidFill>
                <a:srgbClr val="000000"/>
              </a:solidFill>
            </a:endParaRPr>
          </a:p>
          <a:p>
            <a:r>
              <a:rPr lang="en-US" sz="3600">
                <a:solidFill>
                  <a:srgbClr val="FFFFFF"/>
                </a:solidFill>
              </a:rPr>
              <a:t>Process:</a:t>
            </a:r>
            <a:endParaRPr lang="en-US" sz="2800">
              <a:solidFill>
                <a:srgbClr val="000000"/>
              </a:solidFill>
            </a:endParaRPr>
          </a:p>
        </p:txBody>
      </p:sp>
      <p:sp>
        <p:nvSpPr>
          <p:cNvPr id="1048819" name="TextBox 1048818"/>
          <p:cNvSpPr txBox="1"/>
          <p:nvPr/>
        </p:nvSpPr>
        <p:spPr>
          <a:xfrm>
            <a:off x="1558637" y="4450117"/>
            <a:ext cx="7628159" cy="1818641"/>
          </a:xfrm>
          <a:prstGeom prst="rect">
            <a:avLst/>
          </a:prstGeom>
        </p:spPr>
        <p:txBody>
          <a:bodyPr wrap="square" rtlCol="0">
            <a:spAutoFit/>
          </a:bodyPr>
          <a:lstStyle/>
          <a:p>
            <a:r>
              <a:rPr lang="en-US" sz="2800">
                <a:solidFill>
                  <a:srgbClr val="FFFFFF"/>
                </a:solidFill>
              </a:rPr>
              <a:t>Recipient hashes the received document.</a:t>
            </a:r>
            <a:endParaRPr lang="en-US" sz="2800">
              <a:solidFill>
                <a:srgbClr val="000000"/>
              </a:solidFill>
            </a:endParaRPr>
          </a:p>
          <a:p>
            <a:r>
              <a:rPr lang="en-US" sz="2800">
                <a:solidFill>
                  <a:srgbClr val="FFFFFF"/>
                </a:solidFill>
              </a:rPr>
              <a:t>The digital signature is decrypted with the sender's public key.</a:t>
            </a:r>
            <a:endParaRPr lang="en-US" sz="2800">
              <a:solidFill>
                <a:srgbClr val="000000"/>
              </a:solidFill>
            </a:endParaRPr>
          </a:p>
          <a:p>
            <a:r>
              <a:rPr lang="en-US" sz="2800">
                <a:solidFill>
                  <a:srgbClr val="FFFFFF"/>
                </a:solidFill>
              </a:rPr>
              <a:t>If the hashes match, the signature is valid.</a:t>
            </a:r>
            <a:endParaRPr lang="en-US" sz="2800">
              <a:solidFill>
                <a:srgbClr val="000000"/>
              </a:solidFill>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3">
            <a:alphaModFix/>
          </a:blip>
          <a:srcRect/>
          <a:stretch>
            <a:fillRect/>
          </a:stretch>
        </a:blipFill>
        <a:effectLst/>
      </p:bgPr>
    </p:bg>
    <p:spTree>
      <p:nvGrpSpPr>
        <p:cNvPr id="1" name=""/>
        <p:cNvGrpSpPr/>
        <p:nvPr/>
      </p:nvGrpSpPr>
      <p:grpSpPr>
        <a:xfrm>
          <a:off x="0" y="0"/>
          <a:ext cx="0" cy="0"/>
          <a:chOff x="0" y="0"/>
          <a:chExt cx="0" cy="0"/>
        </a:xfrm>
      </p:grpSpPr>
      <p:pic>
        <p:nvPicPr>
          <p:cNvPr id="2097156" name="Picture 2097155"/>
          <p:cNvPicPr>
            <a:picLocks/>
          </p:cNvPicPr>
          <p:nvPr/>
        </p:nvPicPr>
        <p:blipFill>
          <a:blip r:embed="rId4"/>
          <a:stretch>
            <a:fillRect/>
          </a:stretch>
        </p:blipFill>
        <p:spPr>
          <a:xfrm>
            <a:off x="1498023" y="311727"/>
            <a:ext cx="9195954" cy="6234545"/>
          </a:xfrm>
          <a:prstGeom prst="rect">
            <a:avLst/>
          </a:prstGeom>
        </p:spPr>
      </p:pic>
    </p:spTree>
  </p:cSld>
  <p:clrMapOvr>
    <a:overrideClrMapping bg1="lt1" tx1="dk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596" name="TextBox 1048595"/>
          <p:cNvSpPr txBox="1"/>
          <p:nvPr/>
        </p:nvSpPr>
        <p:spPr>
          <a:xfrm>
            <a:off x="4096000" y="3219450"/>
            <a:ext cx="4000000" cy="523240"/>
          </a:xfrm>
          <a:prstGeom prst="rect">
            <a:avLst/>
          </a:prstGeom>
        </p:spPr>
        <p:txBody>
          <a:bodyPr wrap="square" rtlCol="0">
            <a:spAutoFit/>
          </a:bodyPr>
          <a:lstStyle/>
          <a:p>
            <a:endParaRPr lang="en-US" sz="2800">
              <a:solidFill>
                <a:srgbClr val="000000"/>
              </a:solidFill>
            </a:endParaRPr>
          </a:p>
        </p:txBody>
      </p:sp>
      <p:sp>
        <p:nvSpPr>
          <p:cNvPr id="1048597" name="TextBox 1048596"/>
          <p:cNvSpPr txBox="1"/>
          <p:nvPr/>
        </p:nvSpPr>
        <p:spPr>
          <a:xfrm>
            <a:off x="247666" y="370606"/>
            <a:ext cx="6459181" cy="1056639"/>
          </a:xfrm>
          <a:prstGeom prst="rect">
            <a:avLst/>
          </a:prstGeom>
        </p:spPr>
        <p:txBody>
          <a:bodyPr wrap="square" rtlCol="0">
            <a:spAutoFit/>
          </a:bodyPr>
          <a:lstStyle/>
          <a:p>
            <a:r>
              <a:rPr lang="en-US" sz="3200">
                <a:solidFill>
                  <a:srgbClr val="FFFFFF"/>
                </a:solidFill>
              </a:rPr>
              <a:t>Where Are Digital Signatures Used?</a:t>
            </a:r>
            <a:endParaRPr lang="en-US" sz="2800">
              <a:solidFill>
                <a:srgbClr val="000000"/>
              </a:solidFill>
            </a:endParaRPr>
          </a:p>
        </p:txBody>
      </p:sp>
      <p:sp>
        <p:nvSpPr>
          <p:cNvPr id="1048598" name="TextBox 1048597"/>
          <p:cNvSpPr txBox="1"/>
          <p:nvPr/>
        </p:nvSpPr>
        <p:spPr>
          <a:xfrm>
            <a:off x="929522" y="1746249"/>
            <a:ext cx="9189953" cy="3469640"/>
          </a:xfrm>
          <a:prstGeom prst="rect">
            <a:avLst/>
          </a:prstGeom>
        </p:spPr>
        <p:txBody>
          <a:bodyPr wrap="square" rtlCol="0">
            <a:spAutoFit/>
          </a:bodyPr>
          <a:lstStyle/>
          <a:p>
            <a:r>
              <a:rPr lang="en-US" sz="3200">
                <a:solidFill>
                  <a:srgbClr val="FFFFFF"/>
                </a:solidFill>
              </a:rPr>
              <a:t>Digital signatures are used in a variety of applications to ensure the authenticity and integrity of digital documents. They are commonly used in areas such as email communication, software distribution, financial transactions, legal contracts, and government documents</a:t>
            </a:r>
            <a:endParaRPr lang="en-US" sz="2800">
              <a:solidFill>
                <a:srgbClr val="000000"/>
              </a:solidFill>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alphaModFix/>
          </a:blip>
          <a:srcRect/>
          <a:stretch>
            <a:fillRect/>
          </a:stretch>
        </a:blipFill>
        <a:effectLst/>
      </p:bgPr>
    </p:bg>
    <p:spTree>
      <p:nvGrpSpPr>
        <p:cNvPr id="1" name=""/>
        <p:cNvGrpSpPr/>
        <p:nvPr/>
      </p:nvGrpSpPr>
      <p:grpSpPr>
        <a:xfrm>
          <a:off x="0" y="0"/>
          <a:ext cx="0" cy="0"/>
          <a:chOff x="0" y="0"/>
          <a:chExt cx="0" cy="0"/>
        </a:xfrm>
      </p:grpSpPr>
      <p:sp>
        <p:nvSpPr>
          <p:cNvPr id="1048594" name="TextBox 1048593"/>
          <p:cNvSpPr txBox="1"/>
          <p:nvPr/>
        </p:nvSpPr>
        <p:spPr>
          <a:xfrm>
            <a:off x="462161" y="370606"/>
            <a:ext cx="6606386" cy="1056639"/>
          </a:xfrm>
          <a:prstGeom prst="rect">
            <a:avLst/>
          </a:prstGeom>
        </p:spPr>
        <p:txBody>
          <a:bodyPr wrap="square" rtlCol="0">
            <a:spAutoFit/>
          </a:bodyPr>
          <a:lstStyle/>
          <a:p>
            <a:r>
              <a:rPr lang="en-US" sz="3200">
                <a:solidFill>
                  <a:srgbClr val="FFFFFF"/>
                </a:solidFill>
              </a:rPr>
              <a:t>Hash Functions in Digital Signatures</a:t>
            </a:r>
            <a:endParaRPr lang="en-US" sz="2800">
              <a:solidFill>
                <a:srgbClr val="000000"/>
              </a:solidFill>
            </a:endParaRPr>
          </a:p>
        </p:txBody>
      </p:sp>
      <p:sp>
        <p:nvSpPr>
          <p:cNvPr id="1048595" name="TextBox 1048594"/>
          <p:cNvSpPr txBox="1"/>
          <p:nvPr/>
        </p:nvSpPr>
        <p:spPr>
          <a:xfrm>
            <a:off x="1004704" y="1635063"/>
            <a:ext cx="10410109" cy="4917440"/>
          </a:xfrm>
          <a:prstGeom prst="rect">
            <a:avLst/>
          </a:prstGeom>
        </p:spPr>
        <p:txBody>
          <a:bodyPr wrap="square" rtlCol="0">
            <a:spAutoFit/>
          </a:bodyPr>
          <a:lstStyle/>
          <a:p>
            <a:r>
              <a:rPr lang="en-US" sz="3200">
                <a:solidFill>
                  <a:srgbClr val="FFFFFF"/>
                </a:solidFill>
              </a:rPr>
              <a:t>Hash functions play a critical role in digital signatures by ensuring data integrity and security. In the process of creating a digital signature, a hash function is used to generate a fixed-size string of characters (a hash value) from the original message. This hash value is unique to the specific content of the message, much like a fingerprint. When a digital signature is created, it is typically applied to this hash value rather than the entire message, making the process more efficient. </a:t>
            </a:r>
            <a:endParaRPr lang="en-US" sz="2800">
              <a:solidFill>
                <a:srgbClr val="000000"/>
              </a:solidFill>
            </a:endParaRPr>
          </a:p>
        </p:txBody>
      </p:sp>
    </p:spTree>
  </p:cSld>
  <p:clrMapOvr>
    <a:masterClrMapping/>
  </p:clrMapOvr>
  <p:transition spd="slow">
    <p:wipe/>
  </p:transition>
</p:sld>
</file>

<file path=ppt/theme/theme1.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extraClrScheme>
  </a:extraClrSchemeLst>
</a:theme>
</file>

<file path=ppt/theme/theme2.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extraClrScheme>
  </a:extraClrSchemeLst>
</a:theme>
</file>

<file path=ppt/theme/theme3.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Default Color Sche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449</Words>
  <Application>Microsoft Office PowerPoint</Application>
  <PresentationFormat>Widescreen</PresentationFormat>
  <Paragraphs>31</Paragraphs>
  <Slides>12</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12</vt:i4>
      </vt:variant>
    </vt:vector>
  </HeadingPairs>
  <TitlesOfParts>
    <vt:vector size="18" baseType="lpstr">
      <vt:lpstr>Arial</vt:lpstr>
      <vt:lpstr>Calibri</vt:lpstr>
      <vt:lpstr>Calibri Light</vt:lpstr>
      <vt:lpstr>Office 主题</vt:lpstr>
      <vt:lpstr>Office 主题</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Win10</cp:lastModifiedBy>
  <cp:revision>1</cp:revision>
  <dcterms:created xsi:type="dcterms:W3CDTF">2015-04-17T08:43:17Z</dcterms:created>
  <dcterms:modified xsi:type="dcterms:W3CDTF">2025-11-15T14:14:48Z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1033-11.2.0.10382</vt:lpwstr>
  </property>
  <property fmtid="{D5CDD505-2E9C-101B-9397-08002B2CF9AE}" pid="3" name="ICV">
    <vt:lpwstr>249e30b7750f46ae90087383258a309e</vt:lpwstr>
  </property>
</Properties>
</file>