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trictFirstAndLastChars="0">
  <p:sldMasterIdLst>
    <p:sldMasterId id="2147483648" r:id="rId1"/>
    <p:sldMasterId id="2147483649" r:id="rId2"/>
  </p:sldMasterIdLst>
  <p:notesMasterIdLst>
    <p:notesMasterId r:id="rId3"/>
  </p:notesMasterIdLst>
  <p:sldIdLst>
    <p:sldId id="262" r:id="rId4"/>
    <p:sldId id="258" r:id="rId5"/>
    <p:sldId id="259" r:id="rId6"/>
    <p:sldId id="260" r:id="rId7"/>
    <p:sldId id="261" r:id="rId8"/>
    <p:sldId id="263" r:id="rId9"/>
    <p:sldId id="273" r:id="rId10"/>
    <p:sldId id="264" r:id="rId11"/>
  </p:sldIdLst>
  <p:sldSz cy="5143500" cx="9144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4C2AED9-DC7C-4158-87FC-9D349FDD08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>
        <p:scale>
          <a:sx n="0" d="0"/>
          <a:sy n="0" d="0"/>
        </p:scale>
        <p:origin x="0" y="0"/>
      </p:cViewPr>
    </p:cSldViewPr>
  </p:slide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8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0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931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Google Shape;478;ge207fd22f2_0_250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56" name="Google Shape;479;ge207fd22f2_0_250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Google Shape;440;ge1d838b627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04" name="Google Shape;441;ge1d838b627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446;g102b1713f4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11" name="Google Shape;447;g102b1713f4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453;gfc0bcfa5b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31" name="Google Shape;454;gfc0bcfa5b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472;gf929e0abba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44" name="Google Shape;473;gf929e0abba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" name="Shape 4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4614;ge1d838b627_4_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66" name="Google Shape;4615;ge1d838b627_4_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3" name="Shape 5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Google Shape;5241;ge207fd22f2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77" name="Google Shape;5242;ge207fd22f2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slideMaster" Target="../slideMasters/slideMaster1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4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Google Shape;9;p2"/>
          <p:cNvSpPr txBox="1"/>
          <p:nvPr>
            <p:ph type="ctrTitle"/>
          </p:nvPr>
        </p:nvSpPr>
        <p:spPr>
          <a:xfrm>
            <a:off x="929248" y="872100"/>
            <a:ext cx="3670200" cy="2865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algn="ctr"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48579" name="Google Shape;10;p2"/>
          <p:cNvSpPr txBox="1"/>
          <p:nvPr>
            <p:ph type="subTitle" idx="1"/>
          </p:nvPr>
        </p:nvSpPr>
        <p:spPr>
          <a:xfrm>
            <a:off x="929248" y="3737700"/>
            <a:ext cx="2568300" cy="533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Monda"/>
                <a:ea typeface="Monda"/>
                <a:cs typeface="Monda"/>
                <a:sym typeface="Monda"/>
              </a:defRPr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8580" name="Google Shape;11;p2"/>
          <p:cNvSpPr/>
          <p:nvPr/>
        </p:nvSpPr>
        <p:spPr>
          <a:xfrm rot="5400000">
            <a:off x="4148830" y="4117701"/>
            <a:ext cx="1839600" cy="207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1" name="Google Shape;12;p2"/>
          <p:cNvSpPr/>
          <p:nvPr/>
        </p:nvSpPr>
        <p:spPr>
          <a:xfrm rot="5400000">
            <a:off x="4150225" y="810450"/>
            <a:ext cx="2571900" cy="951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2" name="Google Shape;13;p2"/>
          <p:cNvSpPr/>
          <p:nvPr/>
        </p:nvSpPr>
        <p:spPr>
          <a:xfrm flipH="1">
            <a:off x="5172375" y="3300800"/>
            <a:ext cx="7353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3" name="Google Shape;14;p2"/>
          <p:cNvSpPr/>
          <p:nvPr/>
        </p:nvSpPr>
        <p:spPr>
          <a:xfrm>
            <a:off x="7753075" y="3297075"/>
            <a:ext cx="20958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4" name="Google Shape;15;p2"/>
          <p:cNvSpPr/>
          <p:nvPr/>
        </p:nvSpPr>
        <p:spPr>
          <a:xfrm>
            <a:off x="5911681" y="0"/>
            <a:ext cx="39372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52" name="Google Shape;16;p2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911681" y="1638"/>
            <a:ext cx="3937320" cy="3295663"/>
          </a:xfrm>
          <a:prstGeom prst="rect"/>
          <a:noFill/>
          <a:ln>
            <a:noFill/>
          </a:ln>
        </p:spPr>
      </p:pic>
      <p:grpSp>
        <p:nvGrpSpPr>
          <p:cNvPr id="49" name="Google Shape;17;p2"/>
          <p:cNvGrpSpPr/>
          <p:nvPr/>
        </p:nvGrpSpPr>
        <p:grpSpPr>
          <a:xfrm>
            <a:off x="5911746" y="3297346"/>
            <a:ext cx="1841334" cy="1849979"/>
            <a:chOff x="5911746" y="3297346"/>
            <a:chExt cx="1841334" cy="1849979"/>
          </a:xfrm>
        </p:grpSpPr>
        <p:grpSp>
          <p:nvGrpSpPr>
            <p:cNvPr id="50" name="Google Shape;18;p2"/>
            <p:cNvGrpSpPr/>
            <p:nvPr/>
          </p:nvGrpSpPr>
          <p:grpSpPr>
            <a:xfrm>
              <a:off x="5911746" y="3297346"/>
              <a:ext cx="1841334" cy="1846519"/>
              <a:chOff x="5522250" y="3622800"/>
              <a:chExt cx="1518000" cy="1522275"/>
            </a:xfrm>
          </p:grpSpPr>
          <p:sp>
            <p:nvSpPr>
              <p:cNvPr id="1048585" name="Google Shape;19;p2"/>
              <p:cNvSpPr/>
              <p:nvPr/>
            </p:nvSpPr>
            <p:spPr>
              <a:xfrm>
                <a:off x="5523000" y="3622800"/>
                <a:ext cx="1516500" cy="1520700"/>
              </a:xfrm>
              <a:prstGeom prst="rect"/>
              <a:solidFill>
                <a:schemeClr val="l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586" name="Google Shape;20;p2"/>
              <p:cNvSpPr/>
              <p:nvPr/>
            </p:nvSpPr>
            <p:spPr>
              <a:xfrm>
                <a:off x="5522250" y="3627075"/>
                <a:ext cx="1518000" cy="1518000"/>
              </a:xfrm>
              <a:prstGeom prst="ellipse"/>
              <a:solidFill>
                <a:schemeClr val="accen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pic>
          <p:nvPicPr>
            <p:cNvPr id="2097153" name="Google Shape;21;p2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2"/>
            <a:srcRect l="17060" b="16254"/>
            <a:stretch>
              <a:fillRect/>
            </a:stretch>
          </p:blipFill>
          <p:spPr>
            <a:xfrm>
              <a:off x="5911751" y="3300800"/>
              <a:ext cx="1828750" cy="1846525"/>
            </a:xfrm>
            <a:prstGeom prst="rect"/>
            <a:noFill/>
            <a:ln>
              <a:noFill/>
            </a:ln>
          </p:spPr>
        </p:pic>
      </p:grpSp>
      <p:sp>
        <p:nvSpPr>
          <p:cNvPr id="1048587" name="Google Shape;22;p2"/>
          <p:cNvSpPr/>
          <p:nvPr/>
        </p:nvSpPr>
        <p:spPr>
          <a:xfrm rot="-5400000" flipH="1">
            <a:off x="5068675" y="2463900"/>
            <a:ext cx="735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94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Google Shape;24;p3"/>
          <p:cNvSpPr txBox="1"/>
          <p:nvPr>
            <p:ph type="title"/>
          </p:nvPr>
        </p:nvSpPr>
        <p:spPr>
          <a:xfrm>
            <a:off x="3105150" y="1257300"/>
            <a:ext cx="4258800" cy="25686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algn="ctr"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727" name="Google Shape;25;p3"/>
          <p:cNvSpPr txBox="1"/>
          <p:nvPr>
            <p:ph type="title" idx="2" hasCustomPrompt="1"/>
          </p:nvPr>
        </p:nvSpPr>
        <p:spPr>
          <a:xfrm>
            <a:off x="6595675" y="949900"/>
            <a:ext cx="1828800" cy="1020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7200">
                <a:solidFill>
                  <a:schemeClr val="lt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8728" name="Google Shape;26;p3"/>
          <p:cNvSpPr txBox="1"/>
          <p:nvPr>
            <p:ph type="subTitle" idx="1"/>
          </p:nvPr>
        </p:nvSpPr>
        <p:spPr>
          <a:xfrm>
            <a:off x="3105150" y="3870425"/>
            <a:ext cx="5173200" cy="500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9" name="Google Shape;27;p3"/>
          <p:cNvSpPr/>
          <p:nvPr/>
        </p:nvSpPr>
        <p:spPr>
          <a:xfrm rot="5400000">
            <a:off x="-2096400" y="2096400"/>
            <a:ext cx="5143800" cy="951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5" name="Google Shape;28;p3"/>
          <p:cNvGrpSpPr/>
          <p:nvPr/>
        </p:nvGrpSpPr>
        <p:grpSpPr>
          <a:xfrm>
            <a:off x="951746" y="3299083"/>
            <a:ext cx="1841334" cy="1849979"/>
            <a:chOff x="5911746" y="3297346"/>
            <a:chExt cx="1841334" cy="1849979"/>
          </a:xfrm>
        </p:grpSpPr>
        <p:grpSp>
          <p:nvGrpSpPr>
            <p:cNvPr id="96" name="Google Shape;29;p3"/>
            <p:cNvGrpSpPr/>
            <p:nvPr/>
          </p:nvGrpSpPr>
          <p:grpSpPr>
            <a:xfrm>
              <a:off x="5911746" y="3297346"/>
              <a:ext cx="1841334" cy="1846519"/>
              <a:chOff x="5522250" y="3622800"/>
              <a:chExt cx="1518000" cy="1522275"/>
            </a:xfrm>
          </p:grpSpPr>
          <p:sp>
            <p:nvSpPr>
              <p:cNvPr id="1048730" name="Google Shape;30;p3"/>
              <p:cNvSpPr/>
              <p:nvPr/>
            </p:nvSpPr>
            <p:spPr>
              <a:xfrm>
                <a:off x="5523000" y="3622800"/>
                <a:ext cx="1516500" cy="1520700"/>
              </a:xfrm>
              <a:prstGeom prst="rect"/>
              <a:solidFill>
                <a:schemeClr val="l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731" name="Google Shape;31;p3"/>
              <p:cNvSpPr/>
              <p:nvPr/>
            </p:nvSpPr>
            <p:spPr>
              <a:xfrm>
                <a:off x="5522250" y="3627075"/>
                <a:ext cx="1518000" cy="1518000"/>
              </a:xfrm>
              <a:prstGeom prst="ellipse"/>
              <a:solidFill>
                <a:schemeClr val="accen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pic>
          <p:nvPicPr>
            <p:cNvPr id="2097171" name="Google Shape;32;p3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1"/>
            <a:srcRect l="17060" b="16254"/>
            <a:stretch>
              <a:fillRect/>
            </a:stretch>
          </p:blipFill>
          <p:spPr>
            <a:xfrm>
              <a:off x="5911751" y="3300800"/>
              <a:ext cx="1828750" cy="1846525"/>
            </a:xfrm>
            <a:prstGeom prst="rect"/>
            <a:noFill/>
            <a:ln>
              <a:noFill/>
            </a:ln>
          </p:spPr>
        </p:pic>
      </p:grpSp>
      <p:sp>
        <p:nvSpPr>
          <p:cNvPr id="1048732" name="Google Shape;33;p3"/>
          <p:cNvSpPr/>
          <p:nvPr/>
        </p:nvSpPr>
        <p:spPr>
          <a:xfrm>
            <a:off x="951628" y="0"/>
            <a:ext cx="18414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2" name="Google Shape;34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l="53233"/>
          <a:stretch>
            <a:fillRect/>
          </a:stretch>
        </p:blipFill>
        <p:spPr>
          <a:xfrm>
            <a:off x="951750" y="1650"/>
            <a:ext cx="1841325" cy="3295650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54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36;p4"/>
          <p:cNvSpPr/>
          <p:nvPr/>
        </p:nvSpPr>
        <p:spPr>
          <a:xfrm flipH="1">
            <a:off x="0" y="3297075"/>
            <a:ext cx="7050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4" name="Google Shape;37;p4"/>
          <p:cNvSpPr/>
          <p:nvPr/>
        </p:nvSpPr>
        <p:spPr>
          <a:xfrm>
            <a:off x="-3232319" y="0"/>
            <a:ext cx="39372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54" name="Google Shape;38;p4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-3232319" y="1638"/>
            <a:ext cx="3937320" cy="3295663"/>
          </a:xfrm>
          <a:prstGeom prst="rect"/>
          <a:noFill/>
          <a:ln>
            <a:noFill/>
          </a:ln>
        </p:spPr>
      </p:pic>
      <p:sp>
        <p:nvSpPr>
          <p:cNvPr id="1048595" name="Google Shape;39;p4"/>
          <p:cNvSpPr/>
          <p:nvPr/>
        </p:nvSpPr>
        <p:spPr>
          <a:xfrm rot="5400000">
            <a:off x="7019707" y="1173675"/>
            <a:ext cx="3297300" cy="949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6" name="Google Shape;40;p4"/>
          <p:cNvSpPr/>
          <p:nvPr/>
        </p:nvSpPr>
        <p:spPr>
          <a:xfrm rot="-5400000" flipH="1">
            <a:off x="7748257" y="3748575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7" name="Google Shape;41;p4"/>
          <p:cNvSpPr/>
          <p:nvPr/>
        </p:nvSpPr>
        <p:spPr>
          <a:xfrm rot="10800000" flipH="1">
            <a:off x="8181182" y="3297321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8" name="Google Shape;42;p4"/>
          <p:cNvSpPr/>
          <p:nvPr/>
        </p:nvSpPr>
        <p:spPr>
          <a:xfrm>
            <a:off x="8181182" y="3297300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55" name="Google Shape;43;p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4710" r="49562" b="10793"/>
          <a:stretch>
            <a:fillRect/>
          </a:stretch>
        </p:blipFill>
        <p:spPr>
          <a:xfrm flipH="1">
            <a:off x="8190533" y="-75"/>
            <a:ext cx="951000" cy="3297375"/>
          </a:xfrm>
          <a:prstGeom prst="rect"/>
          <a:noFill/>
          <a:ln>
            <a:noFill/>
          </a:ln>
        </p:spPr>
      </p:pic>
      <p:sp>
        <p:nvSpPr>
          <p:cNvPr id="1048599" name="Google Shape;44;p4"/>
          <p:cNvSpPr txBox="1"/>
          <p:nvPr>
            <p:ph type="title"/>
          </p:nvPr>
        </p:nvSpPr>
        <p:spPr>
          <a:xfrm>
            <a:off x="811896" y="445025"/>
            <a:ext cx="72678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600" name="Google Shape;45;p4"/>
          <p:cNvSpPr txBox="1"/>
          <p:nvPr>
            <p:ph type="body" idx="1"/>
          </p:nvPr>
        </p:nvSpPr>
        <p:spPr>
          <a:xfrm>
            <a:off x="811900" y="1017725"/>
            <a:ext cx="7267800" cy="35703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  <a:defRPr sz="11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2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4" name="Google Shape;47;p5"/>
          <p:cNvSpPr txBox="1"/>
          <p:nvPr>
            <p:ph type="subTitle" idx="1"/>
          </p:nvPr>
        </p:nvSpPr>
        <p:spPr>
          <a:xfrm>
            <a:off x="720000" y="2579150"/>
            <a:ext cx="3241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8915" name="Google Shape;48;p5"/>
          <p:cNvSpPr txBox="1"/>
          <p:nvPr>
            <p:ph type="subTitle" idx="2"/>
          </p:nvPr>
        </p:nvSpPr>
        <p:spPr>
          <a:xfrm>
            <a:off x="4571997" y="2579150"/>
            <a:ext cx="3241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8916" name="Google Shape;49;p5"/>
          <p:cNvSpPr txBox="1"/>
          <p:nvPr>
            <p:ph type="subTitle" idx="3"/>
          </p:nvPr>
        </p:nvSpPr>
        <p:spPr>
          <a:xfrm>
            <a:off x="720000" y="3193175"/>
            <a:ext cx="3241500" cy="1018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7" name="Google Shape;50;p5"/>
          <p:cNvSpPr txBox="1"/>
          <p:nvPr>
            <p:ph type="subTitle" idx="4"/>
          </p:nvPr>
        </p:nvSpPr>
        <p:spPr>
          <a:xfrm>
            <a:off x="4571997" y="3193175"/>
            <a:ext cx="3241500" cy="1018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8" name="Google Shape;5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919" name="Google Shape;52;p5"/>
          <p:cNvSpPr/>
          <p:nvPr/>
        </p:nvSpPr>
        <p:spPr>
          <a:xfrm rot="5400000">
            <a:off x="7022632" y="3019875"/>
            <a:ext cx="3297300" cy="949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03" name="Google Shape;53;p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4710" r="49562" b="10793"/>
          <a:stretch>
            <a:fillRect/>
          </a:stretch>
        </p:blipFill>
        <p:spPr>
          <a:xfrm flipH="1">
            <a:off x="8193458" y="1846125"/>
            <a:ext cx="951000" cy="3297375"/>
          </a:xfrm>
          <a:prstGeom prst="rect"/>
          <a:noFill/>
          <a:ln>
            <a:noFill/>
          </a:ln>
        </p:spPr>
      </p:pic>
      <p:sp>
        <p:nvSpPr>
          <p:cNvPr id="1048920" name="Google Shape;54;p5"/>
          <p:cNvSpPr/>
          <p:nvPr/>
        </p:nvSpPr>
        <p:spPr>
          <a:xfrm flipH="1">
            <a:off x="8405150" y="0"/>
            <a:ext cx="7353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921" name="Google Shape;55;p5"/>
          <p:cNvSpPr/>
          <p:nvPr/>
        </p:nvSpPr>
        <p:spPr>
          <a:xfrm rot="5400000">
            <a:off x="7381605" y="816901"/>
            <a:ext cx="1839600" cy="207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58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5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606" name="Google Shape;58;p6"/>
          <p:cNvSpPr/>
          <p:nvPr/>
        </p:nvSpPr>
        <p:spPr>
          <a:xfrm>
            <a:off x="0" y="3297150"/>
            <a:ext cx="504900" cy="18465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7" name="Google Shape;59;p6"/>
          <p:cNvSpPr/>
          <p:nvPr/>
        </p:nvSpPr>
        <p:spPr>
          <a:xfrm>
            <a:off x="0" y="-150"/>
            <a:ext cx="5049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56" name="Google Shape;60;p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3102" r="61819"/>
          <a:stretch>
            <a:fillRect/>
          </a:stretch>
        </p:blipFill>
        <p:spPr>
          <a:xfrm>
            <a:off x="7650" y="-175"/>
            <a:ext cx="497172" cy="3297377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04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62;p7"/>
          <p:cNvSpPr/>
          <p:nvPr/>
        </p:nvSpPr>
        <p:spPr>
          <a:xfrm rot="5400000">
            <a:off x="7383000" y="808550"/>
            <a:ext cx="2571900" cy="951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74" name="Google Shape;63;p7"/>
          <p:cNvSpPr/>
          <p:nvPr/>
        </p:nvSpPr>
        <p:spPr>
          <a:xfrm flipH="1">
            <a:off x="8405150" y="3298900"/>
            <a:ext cx="7353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75" name="Google Shape;64;p7"/>
          <p:cNvSpPr/>
          <p:nvPr/>
        </p:nvSpPr>
        <p:spPr>
          <a:xfrm rot="5400000">
            <a:off x="7381605" y="4115801"/>
            <a:ext cx="1839600" cy="207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76" name="Google Shape;65;p7"/>
          <p:cNvSpPr/>
          <p:nvPr/>
        </p:nvSpPr>
        <p:spPr>
          <a:xfrm rot="-5400000" flipH="1">
            <a:off x="8301450" y="2462000"/>
            <a:ext cx="735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77" name="Google Shape;66;p7"/>
          <p:cNvSpPr txBox="1"/>
          <p:nvPr>
            <p:ph type="title"/>
          </p:nvPr>
        </p:nvSpPr>
        <p:spPr>
          <a:xfrm>
            <a:off x="1200150" y="879825"/>
            <a:ext cx="5530500" cy="8904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778" name="Google Shape;67;p7"/>
          <p:cNvSpPr txBox="1"/>
          <p:nvPr>
            <p:ph type="body" idx="1"/>
          </p:nvPr>
        </p:nvSpPr>
        <p:spPr>
          <a:xfrm>
            <a:off x="1213106" y="1654000"/>
            <a:ext cx="5530500" cy="27465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15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Google Shape;69;p8"/>
          <p:cNvSpPr/>
          <p:nvPr/>
        </p:nvSpPr>
        <p:spPr>
          <a:xfrm>
            <a:off x="7302398" y="1841625"/>
            <a:ext cx="2718000" cy="32973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1" name="Google Shape;70;p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30967"/>
          <a:stretch>
            <a:fillRect/>
          </a:stretch>
        </p:blipFill>
        <p:spPr>
          <a:xfrm>
            <a:off x="7302398" y="1843275"/>
            <a:ext cx="2718000" cy="3295650"/>
          </a:xfrm>
          <a:prstGeom prst="rect"/>
          <a:noFill/>
          <a:ln>
            <a:noFill/>
          </a:ln>
        </p:spPr>
      </p:pic>
      <p:sp>
        <p:nvSpPr>
          <p:cNvPr id="1048842" name="Google Shape;71;p8"/>
          <p:cNvSpPr/>
          <p:nvPr/>
        </p:nvSpPr>
        <p:spPr>
          <a:xfrm>
            <a:off x="0" y="-150"/>
            <a:ext cx="9621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2" name="Google Shape;72;p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l="23102" r="48056"/>
          <a:stretch>
            <a:fillRect/>
          </a:stretch>
        </p:blipFill>
        <p:spPr>
          <a:xfrm>
            <a:off x="7650" y="-175"/>
            <a:ext cx="950999" cy="3297377"/>
          </a:xfrm>
          <a:prstGeom prst="rect"/>
          <a:noFill/>
          <a:ln>
            <a:noFill/>
          </a:ln>
        </p:spPr>
      </p:pic>
      <p:sp>
        <p:nvSpPr>
          <p:cNvPr id="1048843" name="Google Shape;73;p8"/>
          <p:cNvSpPr/>
          <p:nvPr/>
        </p:nvSpPr>
        <p:spPr>
          <a:xfrm rot="5400000">
            <a:off x="-444000" y="3748575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44" name="Google Shape;74;p8"/>
          <p:cNvSpPr/>
          <p:nvPr/>
        </p:nvSpPr>
        <p:spPr>
          <a:xfrm rot="10800000">
            <a:off x="-960625" y="3297321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45" name="Google Shape;75;p8"/>
          <p:cNvSpPr/>
          <p:nvPr/>
        </p:nvSpPr>
        <p:spPr>
          <a:xfrm flipH="1">
            <a:off x="-960625" y="3297300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46" name="Google Shape;76;p8"/>
          <p:cNvSpPr/>
          <p:nvPr/>
        </p:nvSpPr>
        <p:spPr>
          <a:xfrm flipH="1">
            <a:off x="7907500" y="520475"/>
            <a:ext cx="2112900" cy="1318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47" name="Google Shape;77;p8"/>
          <p:cNvSpPr/>
          <p:nvPr/>
        </p:nvSpPr>
        <p:spPr>
          <a:xfrm rot="5400000">
            <a:off x="7075898" y="747730"/>
            <a:ext cx="1313700" cy="8607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48" name="Google Shape;78;p8"/>
          <p:cNvSpPr/>
          <p:nvPr/>
        </p:nvSpPr>
        <p:spPr>
          <a:xfrm rot="-5400000" flipH="1">
            <a:off x="8397998" y="-1095600"/>
            <a:ext cx="524700" cy="27159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49" name="Google Shape;79;p8"/>
          <p:cNvSpPr txBox="1"/>
          <p:nvPr>
            <p:ph type="title"/>
          </p:nvPr>
        </p:nvSpPr>
        <p:spPr>
          <a:xfrm>
            <a:off x="1533525" y="1307100"/>
            <a:ext cx="5410200" cy="25293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algn="ctr"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7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81;p9"/>
          <p:cNvSpPr/>
          <p:nvPr/>
        </p:nvSpPr>
        <p:spPr>
          <a:xfrm>
            <a:off x="1913075" y="3617850"/>
            <a:ext cx="801600" cy="1525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6" name="Google Shape;82;p9"/>
          <p:cNvSpPr/>
          <p:nvPr/>
        </p:nvSpPr>
        <p:spPr>
          <a:xfrm>
            <a:off x="-1611225" y="2850"/>
            <a:ext cx="43260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7" name="Google Shape;83;p9"/>
          <p:cNvSpPr/>
          <p:nvPr/>
        </p:nvSpPr>
        <p:spPr>
          <a:xfrm>
            <a:off x="-1611225" y="3625650"/>
            <a:ext cx="35244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0" name="Google Shape;84;p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b="16254"/>
          <a:stretch>
            <a:fillRect/>
          </a:stretch>
        </p:blipFill>
        <p:spPr>
          <a:xfrm>
            <a:off x="-1611225" y="2850"/>
            <a:ext cx="4326000" cy="3622800"/>
          </a:xfrm>
          <a:prstGeom prst="rect"/>
          <a:noFill/>
          <a:ln>
            <a:noFill/>
          </a:ln>
        </p:spPr>
      </p:pic>
      <p:sp>
        <p:nvSpPr>
          <p:cNvPr id="1048648" name="Google Shape;85;p9"/>
          <p:cNvSpPr/>
          <p:nvPr/>
        </p:nvSpPr>
        <p:spPr>
          <a:xfrm flipH="1">
            <a:off x="-1574253" y="362737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9" name="Google Shape;86;p9"/>
          <p:cNvSpPr/>
          <p:nvPr/>
        </p:nvSpPr>
        <p:spPr>
          <a:xfrm rot="5400000">
            <a:off x="6101400" y="2091600"/>
            <a:ext cx="5134200" cy="951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0" name="Google Shape;87;p9"/>
          <p:cNvSpPr txBox="1"/>
          <p:nvPr>
            <p:ph type="title"/>
          </p:nvPr>
        </p:nvSpPr>
        <p:spPr>
          <a:xfrm>
            <a:off x="3330494" y="1175375"/>
            <a:ext cx="4218300" cy="6951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651" name="Google Shape;88;p9"/>
          <p:cNvSpPr txBox="1"/>
          <p:nvPr>
            <p:ph type="subTitle" idx="1"/>
          </p:nvPr>
        </p:nvSpPr>
        <p:spPr>
          <a:xfrm>
            <a:off x="3330494" y="1870525"/>
            <a:ext cx="4218300" cy="21300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74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90;p10"/>
          <p:cNvSpPr txBox="1"/>
          <p:nvPr>
            <p:ph type="title"/>
          </p:nvPr>
        </p:nvSpPr>
        <p:spPr>
          <a:xfrm>
            <a:off x="5934175" y="817625"/>
            <a:ext cx="2391900" cy="15303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658" name="Google Shape;91;p10"/>
          <p:cNvSpPr/>
          <p:nvPr/>
        </p:nvSpPr>
        <p:spPr>
          <a:xfrm rot="-5400000" flipH="1">
            <a:off x="-1173750" y="1173675"/>
            <a:ext cx="3297300" cy="949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9" name="Google Shape;92;p10"/>
          <p:cNvSpPr/>
          <p:nvPr/>
        </p:nvSpPr>
        <p:spPr>
          <a:xfrm rot="5400000">
            <a:off x="-444000" y="3748575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0" name="Google Shape;93;p10"/>
          <p:cNvSpPr/>
          <p:nvPr/>
        </p:nvSpPr>
        <p:spPr>
          <a:xfrm rot="10800000">
            <a:off x="-960625" y="3297321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1" name="Google Shape;94;p10"/>
          <p:cNvSpPr/>
          <p:nvPr/>
        </p:nvSpPr>
        <p:spPr>
          <a:xfrm flipH="1">
            <a:off x="-960625" y="3297300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1" name="Google Shape;95;p1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042" r="72230" b="10793"/>
          <a:stretch>
            <a:fillRect/>
          </a:stretch>
        </p:blipFill>
        <p:spPr>
          <a:xfrm flipH="1">
            <a:off x="10975" y="-75"/>
            <a:ext cx="951000" cy="3297375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24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Google Shape;97;p11"/>
          <p:cNvSpPr txBox="1"/>
          <p:nvPr>
            <p:ph type="title" hasCustomPrompt="1"/>
          </p:nvPr>
        </p:nvSpPr>
        <p:spPr>
          <a:xfrm>
            <a:off x="713125" y="971550"/>
            <a:ext cx="5020800" cy="20841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0000"/>
              <a:buNone/>
              <a:defRPr b="1" sz="7200">
                <a:solidFill>
                  <a:schemeClr val="dk1"/>
                </a:solidFill>
              </a:defRPr>
            </a:lvl1pPr>
            <a:lvl2pPr algn="ctr"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8907" name="Google Shape;98;p11"/>
          <p:cNvSpPr txBox="1"/>
          <p:nvPr>
            <p:ph type="subTitle" idx="1"/>
          </p:nvPr>
        </p:nvSpPr>
        <p:spPr>
          <a:xfrm>
            <a:off x="713225" y="3174050"/>
            <a:ext cx="5020800" cy="7134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48908" name="Google Shape;99;p11"/>
          <p:cNvSpPr/>
          <p:nvPr/>
        </p:nvSpPr>
        <p:spPr>
          <a:xfrm>
            <a:off x="0" y="3297150"/>
            <a:ext cx="504900" cy="18465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909" name="Google Shape;100;p11"/>
          <p:cNvSpPr/>
          <p:nvPr/>
        </p:nvSpPr>
        <p:spPr>
          <a:xfrm>
            <a:off x="0" y="-150"/>
            <a:ext cx="5049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01" name="Google Shape;101;p1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3102" r="61819"/>
          <a:stretch>
            <a:fillRect/>
          </a:stretch>
        </p:blipFill>
        <p:spPr>
          <a:xfrm>
            <a:off x="7650" y="-175"/>
            <a:ext cx="497172" cy="3297377"/>
          </a:xfrm>
          <a:prstGeom prst="rect"/>
          <a:noFill/>
          <a:ln>
            <a:noFill/>
          </a:ln>
        </p:spPr>
      </p:pic>
      <p:sp>
        <p:nvSpPr>
          <p:cNvPr id="1048910" name="Google Shape;102;p11"/>
          <p:cNvSpPr/>
          <p:nvPr/>
        </p:nvSpPr>
        <p:spPr>
          <a:xfrm>
            <a:off x="5911750" y="0"/>
            <a:ext cx="3232200" cy="3297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02" name="Google Shape;103;p1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r="17904" b="16254"/>
          <a:stretch>
            <a:fillRect/>
          </a:stretch>
        </p:blipFill>
        <p:spPr>
          <a:xfrm>
            <a:off x="5911750" y="0"/>
            <a:ext cx="3232250" cy="3297125"/>
          </a:xfrm>
          <a:prstGeom prst="rect"/>
          <a:noFill/>
          <a:ln>
            <a:noFill/>
          </a:ln>
        </p:spPr>
      </p:pic>
      <p:sp>
        <p:nvSpPr>
          <p:cNvPr id="1048911" name="Google Shape;104;p11"/>
          <p:cNvSpPr/>
          <p:nvPr/>
        </p:nvSpPr>
        <p:spPr>
          <a:xfrm>
            <a:off x="7753075" y="3300675"/>
            <a:ext cx="18414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5" name="Google Shape;105;p11"/>
          <p:cNvGrpSpPr/>
          <p:nvPr/>
        </p:nvGrpSpPr>
        <p:grpSpPr>
          <a:xfrm>
            <a:off x="5911746" y="3300946"/>
            <a:ext cx="1841334" cy="1846519"/>
            <a:chOff x="5522250" y="3622800"/>
            <a:chExt cx="1518000" cy="1522275"/>
          </a:xfrm>
        </p:grpSpPr>
        <p:sp>
          <p:nvSpPr>
            <p:cNvPr id="1048912" name="Google Shape;106;p11"/>
            <p:cNvSpPr/>
            <p:nvPr/>
          </p:nvSpPr>
          <p:spPr>
            <a:xfrm>
              <a:off x="5523000" y="3622800"/>
              <a:ext cx="1516500" cy="1520700"/>
            </a:xfrm>
            <a:prstGeom prst="rect"/>
            <a:solidFill>
              <a:schemeClr val="l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913" name="Google Shape;107;p11"/>
            <p:cNvSpPr/>
            <p:nvPr/>
          </p:nvSpPr>
          <p:spPr>
            <a:xfrm>
              <a:off x="5522250" y="3627075"/>
              <a:ext cx="1518000" cy="1518000"/>
            </a:xfrm>
            <a:prstGeom prst="ellipse"/>
            <a:solidFill>
              <a:schemeClr val="accent1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9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spTree>
      <p:nvGrpSpPr>
        <p:cNvPr id="62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10;p13"/>
          <p:cNvSpPr txBox="1"/>
          <p:nvPr>
            <p:ph type="title"/>
          </p:nvPr>
        </p:nvSpPr>
        <p:spPr>
          <a:xfrm>
            <a:off x="3743325" y="1335175"/>
            <a:ext cx="2619300" cy="7620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613" name="Google Shape;111;p13"/>
          <p:cNvSpPr txBox="1"/>
          <p:nvPr>
            <p:ph type="subTitle" idx="1"/>
          </p:nvPr>
        </p:nvSpPr>
        <p:spPr>
          <a:xfrm>
            <a:off x="6448425" y="1335175"/>
            <a:ext cx="1982100" cy="762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14" name="Google Shape;112;p13"/>
          <p:cNvSpPr txBox="1"/>
          <p:nvPr>
            <p:ph type="title" idx="2"/>
          </p:nvPr>
        </p:nvSpPr>
        <p:spPr>
          <a:xfrm>
            <a:off x="2611500" y="445025"/>
            <a:ext cx="58191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615" name="Google Shape;113;p13"/>
          <p:cNvSpPr txBox="1"/>
          <p:nvPr>
            <p:ph type="title" idx="3" hasCustomPrompt="1"/>
          </p:nvPr>
        </p:nvSpPr>
        <p:spPr>
          <a:xfrm>
            <a:off x="2613150" y="1492375"/>
            <a:ext cx="758700" cy="447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16" name="Google Shape;114;p13"/>
          <p:cNvSpPr txBox="1"/>
          <p:nvPr>
            <p:ph type="title" idx="4"/>
          </p:nvPr>
        </p:nvSpPr>
        <p:spPr>
          <a:xfrm>
            <a:off x="3747263" y="2478975"/>
            <a:ext cx="2619300" cy="7620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617" name="Google Shape;115;p13"/>
          <p:cNvSpPr txBox="1"/>
          <p:nvPr>
            <p:ph type="subTitle" idx="5"/>
          </p:nvPr>
        </p:nvSpPr>
        <p:spPr>
          <a:xfrm>
            <a:off x="6452363" y="2478975"/>
            <a:ext cx="1982100" cy="762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18" name="Google Shape;116;p13"/>
          <p:cNvSpPr txBox="1"/>
          <p:nvPr>
            <p:ph type="title" idx="6" hasCustomPrompt="1"/>
          </p:nvPr>
        </p:nvSpPr>
        <p:spPr>
          <a:xfrm>
            <a:off x="2617087" y="2636175"/>
            <a:ext cx="758700" cy="447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19" name="Google Shape;117;p13"/>
          <p:cNvSpPr txBox="1"/>
          <p:nvPr>
            <p:ph type="title" idx="7"/>
          </p:nvPr>
        </p:nvSpPr>
        <p:spPr>
          <a:xfrm>
            <a:off x="3743325" y="3614975"/>
            <a:ext cx="2619300" cy="7620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620" name="Google Shape;118;p13"/>
          <p:cNvSpPr txBox="1"/>
          <p:nvPr>
            <p:ph type="subTitle" idx="8"/>
          </p:nvPr>
        </p:nvSpPr>
        <p:spPr>
          <a:xfrm>
            <a:off x="6448425" y="3614975"/>
            <a:ext cx="1982100" cy="7620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1" name="Google Shape;119;p13"/>
          <p:cNvSpPr txBox="1"/>
          <p:nvPr>
            <p:ph type="title" idx="9" hasCustomPrompt="1"/>
          </p:nvPr>
        </p:nvSpPr>
        <p:spPr>
          <a:xfrm>
            <a:off x="2613150" y="3772175"/>
            <a:ext cx="758700" cy="447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22" name="Google Shape;120;p13"/>
          <p:cNvSpPr/>
          <p:nvPr/>
        </p:nvSpPr>
        <p:spPr>
          <a:xfrm rot="-5400000" flipH="1">
            <a:off x="-1173750" y="1173675"/>
            <a:ext cx="3297300" cy="949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3" name="Google Shape;121;p13"/>
          <p:cNvSpPr/>
          <p:nvPr/>
        </p:nvSpPr>
        <p:spPr>
          <a:xfrm rot="5400000">
            <a:off x="-444000" y="3748575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4" name="Google Shape;122;p13"/>
          <p:cNvSpPr/>
          <p:nvPr/>
        </p:nvSpPr>
        <p:spPr>
          <a:xfrm rot="10800000">
            <a:off x="-960625" y="3297321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5" name="Google Shape;123;p13"/>
          <p:cNvSpPr/>
          <p:nvPr/>
        </p:nvSpPr>
        <p:spPr>
          <a:xfrm flipH="1">
            <a:off x="-960625" y="3297300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57" name="Google Shape;124;p1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042" r="72230" b="10793"/>
          <a:stretch>
            <a:fillRect/>
          </a:stretch>
        </p:blipFill>
        <p:spPr>
          <a:xfrm flipH="1">
            <a:off x="10975" y="-75"/>
            <a:ext cx="951000" cy="3297375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3">
    <p:spTree>
      <p:nvGrpSpPr>
        <p:cNvPr id="10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Google Shape;126;p14"/>
          <p:cNvSpPr/>
          <p:nvPr/>
        </p:nvSpPr>
        <p:spPr>
          <a:xfrm>
            <a:off x="-1611225" y="2850"/>
            <a:ext cx="31854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80" name="Google Shape;127;p14"/>
          <p:cNvSpPr/>
          <p:nvPr/>
        </p:nvSpPr>
        <p:spPr>
          <a:xfrm>
            <a:off x="-1611225" y="3625650"/>
            <a:ext cx="35244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0" name="Google Shape;128;p1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26362" b="16254"/>
          <a:stretch>
            <a:fillRect/>
          </a:stretch>
        </p:blipFill>
        <p:spPr>
          <a:xfrm>
            <a:off x="-1611225" y="2850"/>
            <a:ext cx="3185475" cy="3622800"/>
          </a:xfrm>
          <a:prstGeom prst="rect"/>
          <a:noFill/>
          <a:ln>
            <a:noFill/>
          </a:ln>
        </p:spPr>
      </p:pic>
      <p:sp>
        <p:nvSpPr>
          <p:cNvPr id="1048781" name="Google Shape;129;p14"/>
          <p:cNvSpPr/>
          <p:nvPr/>
        </p:nvSpPr>
        <p:spPr>
          <a:xfrm flipH="1">
            <a:off x="-1574253" y="362737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82" name="Google Shape;130;p14"/>
          <p:cNvSpPr txBox="1"/>
          <p:nvPr>
            <p:ph type="title"/>
          </p:nvPr>
        </p:nvSpPr>
        <p:spPr>
          <a:xfrm>
            <a:off x="2477250" y="880875"/>
            <a:ext cx="5716200" cy="17685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783" name="Google Shape;131;p14"/>
          <p:cNvSpPr txBox="1"/>
          <p:nvPr>
            <p:ph type="title" idx="2" hasCustomPrompt="1"/>
          </p:nvPr>
        </p:nvSpPr>
        <p:spPr>
          <a:xfrm>
            <a:off x="2338000" y="3133500"/>
            <a:ext cx="1828800" cy="1020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7200">
                <a:solidFill>
                  <a:schemeClr val="lt1"/>
                </a:solidFill>
              </a:defRPr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8784" name="Google Shape;132;p14"/>
          <p:cNvSpPr txBox="1"/>
          <p:nvPr>
            <p:ph type="subTitle" idx="1"/>
          </p:nvPr>
        </p:nvSpPr>
        <p:spPr>
          <a:xfrm>
            <a:off x="4944150" y="2723100"/>
            <a:ext cx="3249300" cy="500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3_1">
    <p:spTree>
      <p:nvGrpSpPr>
        <p:cNvPr id="127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Google Shape;134;p15"/>
          <p:cNvSpPr/>
          <p:nvPr/>
        </p:nvSpPr>
        <p:spPr>
          <a:xfrm>
            <a:off x="-1593250" y="1523925"/>
            <a:ext cx="31854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923" name="Google Shape;135;p15"/>
          <p:cNvSpPr/>
          <p:nvPr/>
        </p:nvSpPr>
        <p:spPr>
          <a:xfrm>
            <a:off x="-1611175" y="7800"/>
            <a:ext cx="31854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04" name="Google Shape;136;p1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26362" b="16254"/>
          <a:stretch>
            <a:fillRect/>
          </a:stretch>
        </p:blipFill>
        <p:spPr>
          <a:xfrm>
            <a:off x="-1593250" y="1523925"/>
            <a:ext cx="3185400" cy="3622800"/>
          </a:xfrm>
          <a:prstGeom prst="rect"/>
          <a:noFill/>
          <a:ln>
            <a:noFill/>
          </a:ln>
        </p:spPr>
      </p:pic>
      <p:sp>
        <p:nvSpPr>
          <p:cNvPr id="1048924" name="Google Shape;137;p15"/>
          <p:cNvSpPr/>
          <p:nvPr/>
        </p:nvSpPr>
        <p:spPr>
          <a:xfrm flipH="1">
            <a:off x="-1574203" y="952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925" name="Google Shape;138;p15"/>
          <p:cNvSpPr/>
          <p:nvPr/>
        </p:nvSpPr>
        <p:spPr>
          <a:xfrm>
            <a:off x="8430775" y="3297300"/>
            <a:ext cx="735300" cy="18465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926" name="Google Shape;139;p15"/>
          <p:cNvSpPr/>
          <p:nvPr/>
        </p:nvSpPr>
        <p:spPr>
          <a:xfrm>
            <a:off x="8430775" y="0"/>
            <a:ext cx="7353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205" name="Google Shape;140;p1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r="77700"/>
          <a:stretch>
            <a:fillRect/>
          </a:stretch>
        </p:blipFill>
        <p:spPr>
          <a:xfrm>
            <a:off x="8430777" y="-25"/>
            <a:ext cx="735299" cy="3297377"/>
          </a:xfrm>
          <a:prstGeom prst="rect"/>
          <a:noFill/>
          <a:ln>
            <a:noFill/>
          </a:ln>
        </p:spPr>
      </p:pic>
      <p:sp>
        <p:nvSpPr>
          <p:cNvPr id="1048927" name="Google Shape;141;p15"/>
          <p:cNvSpPr txBox="1"/>
          <p:nvPr>
            <p:ph type="title"/>
          </p:nvPr>
        </p:nvSpPr>
        <p:spPr>
          <a:xfrm>
            <a:off x="1905000" y="2577525"/>
            <a:ext cx="6221100" cy="15150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928" name="Google Shape;142;p15"/>
          <p:cNvSpPr txBox="1"/>
          <p:nvPr>
            <p:ph type="title" idx="2" hasCustomPrompt="1"/>
          </p:nvPr>
        </p:nvSpPr>
        <p:spPr>
          <a:xfrm>
            <a:off x="6129750" y="896475"/>
            <a:ext cx="1828800" cy="10206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7200">
                <a:solidFill>
                  <a:schemeClr val="lt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8929" name="Google Shape;143;p15"/>
          <p:cNvSpPr txBox="1"/>
          <p:nvPr>
            <p:ph type="subTitle" idx="1"/>
          </p:nvPr>
        </p:nvSpPr>
        <p:spPr>
          <a:xfrm>
            <a:off x="1905010" y="4092525"/>
            <a:ext cx="4869600" cy="500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78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145;p16"/>
          <p:cNvGrpSpPr/>
          <p:nvPr/>
        </p:nvGrpSpPr>
        <p:grpSpPr>
          <a:xfrm>
            <a:off x="7302684" y="8"/>
            <a:ext cx="1841334" cy="1849979"/>
            <a:chOff x="5911746" y="3297346"/>
            <a:chExt cx="1841334" cy="1849979"/>
          </a:xfrm>
        </p:grpSpPr>
        <p:grpSp>
          <p:nvGrpSpPr>
            <p:cNvPr id="80" name="Google Shape;146;p16"/>
            <p:cNvGrpSpPr/>
            <p:nvPr/>
          </p:nvGrpSpPr>
          <p:grpSpPr>
            <a:xfrm>
              <a:off x="5911746" y="3297346"/>
              <a:ext cx="1841334" cy="1846519"/>
              <a:chOff x="5522250" y="3622800"/>
              <a:chExt cx="1518000" cy="1522275"/>
            </a:xfrm>
          </p:grpSpPr>
          <p:sp>
            <p:nvSpPr>
              <p:cNvPr id="1048667" name="Google Shape;147;p16"/>
              <p:cNvSpPr/>
              <p:nvPr/>
            </p:nvSpPr>
            <p:spPr>
              <a:xfrm>
                <a:off x="5523000" y="3622800"/>
                <a:ext cx="1516500" cy="1520700"/>
              </a:xfrm>
              <a:prstGeom prst="rect"/>
              <a:solidFill>
                <a:schemeClr val="l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668" name="Google Shape;148;p16"/>
              <p:cNvSpPr/>
              <p:nvPr/>
            </p:nvSpPr>
            <p:spPr>
              <a:xfrm>
                <a:off x="5522250" y="3627075"/>
                <a:ext cx="1518000" cy="1518000"/>
              </a:xfrm>
              <a:prstGeom prst="ellipse"/>
              <a:solidFill>
                <a:schemeClr val="accen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pic>
          <p:nvPicPr>
            <p:cNvPr id="2097162" name="Google Shape;149;p16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1"/>
            <a:srcRect l="17060" b="16254"/>
            <a:stretch>
              <a:fillRect/>
            </a:stretch>
          </p:blipFill>
          <p:spPr>
            <a:xfrm>
              <a:off x="5911751" y="3300800"/>
              <a:ext cx="1828750" cy="1846525"/>
            </a:xfrm>
            <a:prstGeom prst="rect"/>
            <a:noFill/>
            <a:ln>
              <a:noFill/>
            </a:ln>
          </p:spPr>
        </p:pic>
      </p:grpSp>
      <p:sp>
        <p:nvSpPr>
          <p:cNvPr id="1048669" name="Google Shape;150;p16"/>
          <p:cNvSpPr/>
          <p:nvPr/>
        </p:nvSpPr>
        <p:spPr>
          <a:xfrm rot="-5400000" flipH="1">
            <a:off x="7550774" y="1605425"/>
            <a:ext cx="1345200" cy="18411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0" name="Google Shape;151;p16"/>
          <p:cNvSpPr/>
          <p:nvPr/>
        </p:nvSpPr>
        <p:spPr>
          <a:xfrm flipH="1">
            <a:off x="7705525" y="3194390"/>
            <a:ext cx="1438500" cy="19446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1" name="Google Shape;152;p16"/>
          <p:cNvSpPr/>
          <p:nvPr/>
        </p:nvSpPr>
        <p:spPr>
          <a:xfrm rot="5400000">
            <a:off x="6535473" y="3968917"/>
            <a:ext cx="1937100" cy="4026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2" name="Google Shape;15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673" name="Google Shape;154;p16"/>
          <p:cNvSpPr/>
          <p:nvPr/>
        </p:nvSpPr>
        <p:spPr>
          <a:xfrm>
            <a:off x="0" y="3297150"/>
            <a:ext cx="504900" cy="18465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4" name="Google Shape;155;p16"/>
          <p:cNvSpPr/>
          <p:nvPr/>
        </p:nvSpPr>
        <p:spPr>
          <a:xfrm>
            <a:off x="0" y="-150"/>
            <a:ext cx="5049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3" name="Google Shape;156;p1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l="23102" r="61819"/>
          <a:stretch>
            <a:fillRect/>
          </a:stretch>
        </p:blipFill>
        <p:spPr>
          <a:xfrm>
            <a:off x="7650" y="-175"/>
            <a:ext cx="497172" cy="3297377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02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Google Shape;158;p17"/>
          <p:cNvSpPr/>
          <p:nvPr/>
        </p:nvSpPr>
        <p:spPr>
          <a:xfrm rot="-5400000" flipH="1">
            <a:off x="-1291500" y="1291425"/>
            <a:ext cx="3297300" cy="7143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63" name="Google Shape;159;p17"/>
          <p:cNvSpPr/>
          <p:nvPr/>
        </p:nvSpPr>
        <p:spPr>
          <a:xfrm rot="5400000">
            <a:off x="-567000" y="3871725"/>
            <a:ext cx="1839000" cy="7047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7" name="Google Shape;160;p1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8771" r="72231" b="10793"/>
          <a:stretch>
            <a:fillRect/>
          </a:stretch>
        </p:blipFill>
        <p:spPr>
          <a:xfrm flipH="1">
            <a:off x="10975" y="-75"/>
            <a:ext cx="702250" cy="3297375"/>
          </a:xfrm>
          <a:prstGeom prst="rect"/>
          <a:noFill/>
          <a:ln>
            <a:noFill/>
          </a:ln>
        </p:spPr>
      </p:pic>
      <p:sp>
        <p:nvSpPr>
          <p:cNvPr id="1048764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765" name="Google Shape;162;p17"/>
          <p:cNvSpPr/>
          <p:nvPr/>
        </p:nvSpPr>
        <p:spPr>
          <a:xfrm>
            <a:off x="8430775" y="3297300"/>
            <a:ext cx="735300" cy="18465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66" name="Google Shape;163;p17"/>
          <p:cNvSpPr/>
          <p:nvPr/>
        </p:nvSpPr>
        <p:spPr>
          <a:xfrm>
            <a:off x="8430775" y="0"/>
            <a:ext cx="7353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8" name="Google Shape;164;p1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r="77700"/>
          <a:stretch>
            <a:fillRect/>
          </a:stretch>
        </p:blipFill>
        <p:spPr>
          <a:xfrm>
            <a:off x="8430777" y="-25"/>
            <a:ext cx="735299" cy="3297377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6">
    <p:spTree>
      <p:nvGrpSpPr>
        <p:cNvPr id="116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Google Shape;166;p18"/>
          <p:cNvSpPr txBox="1"/>
          <p:nvPr>
            <p:ph type="subTitle" idx="1"/>
          </p:nvPr>
        </p:nvSpPr>
        <p:spPr>
          <a:xfrm>
            <a:off x="1974529" y="1302600"/>
            <a:ext cx="5224200" cy="21009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</a:lvl9pPr>
          </a:lstStyle>
          <a:p/>
        </p:txBody>
      </p:sp>
      <p:sp>
        <p:nvSpPr>
          <p:cNvPr id="1048851" name="Google Shape;167;p18"/>
          <p:cNvSpPr txBox="1"/>
          <p:nvPr>
            <p:ph type="title"/>
          </p:nvPr>
        </p:nvSpPr>
        <p:spPr>
          <a:xfrm>
            <a:off x="1945274" y="3403500"/>
            <a:ext cx="4993800" cy="437400"/>
          </a:xfrm>
          <a:prstGeom prst="rect"/>
          <a:noFill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algn="r"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algn="r"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algn="r"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algn="r"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algn="r"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algn="r"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algn="r"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algn="r"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48852" name="Google Shape;168;p18"/>
          <p:cNvSpPr/>
          <p:nvPr/>
        </p:nvSpPr>
        <p:spPr>
          <a:xfrm rot="-5400000" flipH="1">
            <a:off x="-810450" y="808550"/>
            <a:ext cx="2571900" cy="951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3" name="Google Shape;169;p18"/>
          <p:cNvSpPr/>
          <p:nvPr/>
        </p:nvSpPr>
        <p:spPr>
          <a:xfrm>
            <a:off x="4000" y="3298900"/>
            <a:ext cx="7353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4" name="Google Shape;170;p18"/>
          <p:cNvSpPr/>
          <p:nvPr/>
        </p:nvSpPr>
        <p:spPr>
          <a:xfrm rot="-5400000" flipH="1">
            <a:off x="-76755" y="4115801"/>
            <a:ext cx="1839600" cy="207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5" name="Google Shape;171;p18"/>
          <p:cNvSpPr/>
          <p:nvPr/>
        </p:nvSpPr>
        <p:spPr>
          <a:xfrm rot="5400000">
            <a:off x="108000" y="2462000"/>
            <a:ext cx="735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6" name="Google Shape;172;p18"/>
          <p:cNvSpPr/>
          <p:nvPr/>
        </p:nvSpPr>
        <p:spPr>
          <a:xfrm rot="5400000">
            <a:off x="7019707" y="1173675"/>
            <a:ext cx="3297300" cy="949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7" name="Google Shape;173;p18"/>
          <p:cNvSpPr/>
          <p:nvPr/>
        </p:nvSpPr>
        <p:spPr>
          <a:xfrm rot="-5400000" flipH="1">
            <a:off x="7748257" y="3748575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8" name="Google Shape;174;p18"/>
          <p:cNvSpPr/>
          <p:nvPr/>
        </p:nvSpPr>
        <p:spPr>
          <a:xfrm rot="10800000" flipH="1">
            <a:off x="8181182" y="3297321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9" name="Google Shape;175;p18"/>
          <p:cNvSpPr/>
          <p:nvPr/>
        </p:nvSpPr>
        <p:spPr>
          <a:xfrm>
            <a:off x="8181182" y="3297300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3" name="Google Shape;176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4710" r="49562" b="10793"/>
          <a:stretch>
            <a:fillRect/>
          </a:stretch>
        </p:blipFill>
        <p:spPr>
          <a:xfrm flipH="1">
            <a:off x="8190533" y="-75"/>
            <a:ext cx="951000" cy="3297375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03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Google Shape;178;p19"/>
          <p:cNvSpPr/>
          <p:nvPr/>
        </p:nvSpPr>
        <p:spPr>
          <a:xfrm>
            <a:off x="7302398" y="1841625"/>
            <a:ext cx="2718000" cy="32973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9" name="Google Shape;179;p1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30967"/>
          <a:stretch>
            <a:fillRect/>
          </a:stretch>
        </p:blipFill>
        <p:spPr>
          <a:xfrm>
            <a:off x="7302398" y="1843275"/>
            <a:ext cx="2718000" cy="3295650"/>
          </a:xfrm>
          <a:prstGeom prst="rect"/>
          <a:noFill/>
          <a:ln>
            <a:noFill/>
          </a:ln>
        </p:spPr>
      </p:pic>
      <p:sp>
        <p:nvSpPr>
          <p:cNvPr id="1048768" name="Google Shape;180;p19"/>
          <p:cNvSpPr/>
          <p:nvPr/>
        </p:nvSpPr>
        <p:spPr>
          <a:xfrm flipH="1">
            <a:off x="7907500" y="520475"/>
            <a:ext cx="2112900" cy="1318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69" name="Google Shape;181;p19"/>
          <p:cNvSpPr/>
          <p:nvPr/>
        </p:nvSpPr>
        <p:spPr>
          <a:xfrm rot="5400000">
            <a:off x="7075898" y="747730"/>
            <a:ext cx="1313700" cy="8607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70" name="Google Shape;182;p19"/>
          <p:cNvSpPr/>
          <p:nvPr/>
        </p:nvSpPr>
        <p:spPr>
          <a:xfrm rot="-5400000" flipH="1">
            <a:off x="8397998" y="-1095600"/>
            <a:ext cx="524700" cy="27159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71" name="Google Shape;183;p19"/>
          <p:cNvSpPr txBox="1"/>
          <p:nvPr>
            <p:ph type="subTitle" idx="1"/>
          </p:nvPr>
        </p:nvSpPr>
        <p:spPr>
          <a:xfrm>
            <a:off x="4305300" y="2305050"/>
            <a:ext cx="3001800" cy="12012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2" name="Google Shape;184;p19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">
    <p:spTree>
      <p:nvGrpSpPr>
        <p:cNvPr id="113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Google Shape;186;p20"/>
          <p:cNvSpPr txBox="1"/>
          <p:nvPr>
            <p:ph type="title"/>
          </p:nvPr>
        </p:nvSpPr>
        <p:spPr>
          <a:xfrm>
            <a:off x="1283650" y="1519275"/>
            <a:ext cx="2947800" cy="7533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820" name="Google Shape;187;p20"/>
          <p:cNvSpPr txBox="1"/>
          <p:nvPr>
            <p:ph type="body" idx="1"/>
          </p:nvPr>
        </p:nvSpPr>
        <p:spPr>
          <a:xfrm>
            <a:off x="1283650" y="2243025"/>
            <a:ext cx="2947800" cy="13812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48821" name="Google Shape;188;p20"/>
          <p:cNvSpPr/>
          <p:nvPr/>
        </p:nvSpPr>
        <p:spPr>
          <a:xfrm rot="5400000">
            <a:off x="-1396822" y="3242925"/>
            <a:ext cx="3297300" cy="5037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8" name="Google Shape;189;p2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12236" r="74291" b="10793"/>
          <a:stretch>
            <a:fillRect/>
          </a:stretch>
        </p:blipFill>
        <p:spPr>
          <a:xfrm flipH="1">
            <a:off x="8154" y="1846125"/>
            <a:ext cx="498000" cy="3297375"/>
          </a:xfrm>
          <a:prstGeom prst="rect"/>
          <a:noFill/>
          <a:ln>
            <a:noFill/>
          </a:ln>
        </p:spPr>
      </p:pic>
      <p:sp>
        <p:nvSpPr>
          <p:cNvPr id="1048822" name="Google Shape;190;p20"/>
          <p:cNvSpPr/>
          <p:nvPr/>
        </p:nvSpPr>
        <p:spPr>
          <a:xfrm>
            <a:off x="0" y="0"/>
            <a:ext cx="4980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23" name="Google Shape;191;p20"/>
          <p:cNvSpPr/>
          <p:nvPr/>
        </p:nvSpPr>
        <p:spPr>
          <a:xfrm>
            <a:off x="8430775" y="3297300"/>
            <a:ext cx="735300" cy="18465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24" name="Google Shape;192;p20"/>
          <p:cNvSpPr/>
          <p:nvPr/>
        </p:nvSpPr>
        <p:spPr>
          <a:xfrm>
            <a:off x="8430775" y="0"/>
            <a:ext cx="7353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9" name="Google Shape;193;p2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r="77700"/>
          <a:stretch>
            <a:fillRect/>
          </a:stretch>
        </p:blipFill>
        <p:spPr>
          <a:xfrm>
            <a:off x="8430777" y="-25"/>
            <a:ext cx="735299" cy="3297377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8">
    <p:spTree>
      <p:nvGrpSpPr>
        <p:cNvPr id="97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Google Shape;195;p21"/>
          <p:cNvSpPr/>
          <p:nvPr/>
        </p:nvSpPr>
        <p:spPr>
          <a:xfrm>
            <a:off x="1913075" y="3617850"/>
            <a:ext cx="801600" cy="1525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34" name="Google Shape;196;p21"/>
          <p:cNvSpPr/>
          <p:nvPr/>
        </p:nvSpPr>
        <p:spPr>
          <a:xfrm>
            <a:off x="-1611225" y="2850"/>
            <a:ext cx="43260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35" name="Google Shape;197;p21"/>
          <p:cNvSpPr/>
          <p:nvPr/>
        </p:nvSpPr>
        <p:spPr>
          <a:xfrm>
            <a:off x="-1611225" y="3625650"/>
            <a:ext cx="35244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3" name="Google Shape;198;p2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b="16254"/>
          <a:stretch>
            <a:fillRect/>
          </a:stretch>
        </p:blipFill>
        <p:spPr>
          <a:xfrm>
            <a:off x="-1611225" y="2850"/>
            <a:ext cx="4326000" cy="3622800"/>
          </a:xfrm>
          <a:prstGeom prst="rect"/>
          <a:noFill/>
          <a:ln>
            <a:noFill/>
          </a:ln>
        </p:spPr>
      </p:pic>
      <p:sp>
        <p:nvSpPr>
          <p:cNvPr id="1048736" name="Google Shape;199;p21"/>
          <p:cNvSpPr/>
          <p:nvPr/>
        </p:nvSpPr>
        <p:spPr>
          <a:xfrm flipH="1">
            <a:off x="-1574253" y="362737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37" name="Google Shape;200;p21"/>
          <p:cNvSpPr txBox="1"/>
          <p:nvPr>
            <p:ph type="subTitle" idx="1"/>
          </p:nvPr>
        </p:nvSpPr>
        <p:spPr>
          <a:xfrm>
            <a:off x="3105925" y="2363900"/>
            <a:ext cx="2947800" cy="1251900"/>
          </a:xfrm>
          <a:prstGeom prst="rect"/>
        </p:spPr>
        <p:txBody>
          <a:bodyPr anchor="b" anchorCtr="0" bIns="91425" lIns="91425" rIns="91425" spcFirstLastPara="1" tIns="91425" wrap="square">
            <a:noAutofit/>
          </a:bodyPr>
          <a:lstStyle>
            <a:lvl1pPr algn="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8" name="Google Shape;201;p21"/>
          <p:cNvSpPr txBox="1"/>
          <p:nvPr>
            <p:ph type="title"/>
          </p:nvPr>
        </p:nvSpPr>
        <p:spPr>
          <a:xfrm>
            <a:off x="3105950" y="1814900"/>
            <a:ext cx="29478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9">
    <p:spTree>
      <p:nvGrpSpPr>
        <p:cNvPr id="66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203;p22"/>
          <p:cNvSpPr/>
          <p:nvPr/>
        </p:nvSpPr>
        <p:spPr>
          <a:xfrm>
            <a:off x="7532775" y="0"/>
            <a:ext cx="43260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3" name="Google Shape;204;p22"/>
          <p:cNvSpPr/>
          <p:nvPr/>
        </p:nvSpPr>
        <p:spPr>
          <a:xfrm rot="-5400000" flipH="1">
            <a:off x="-234450" y="2806200"/>
            <a:ext cx="2571900" cy="21030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4" name="Google Shape;205;p22"/>
          <p:cNvSpPr/>
          <p:nvPr/>
        </p:nvSpPr>
        <p:spPr>
          <a:xfrm rot="-5400000" flipH="1">
            <a:off x="525450" y="-525450"/>
            <a:ext cx="1052100" cy="2103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5" name="Google Shape;206;p22"/>
          <p:cNvSpPr/>
          <p:nvPr/>
        </p:nvSpPr>
        <p:spPr>
          <a:xfrm flipH="1">
            <a:off x="459950" y="1048725"/>
            <a:ext cx="1643100" cy="15207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6" name="Google Shape;207;p22"/>
          <p:cNvSpPr/>
          <p:nvPr/>
        </p:nvSpPr>
        <p:spPr>
          <a:xfrm rot="5400000">
            <a:off x="-527710" y="1581966"/>
            <a:ext cx="1515000" cy="459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7" name="Google Shape;208;p22"/>
          <p:cNvSpPr/>
          <p:nvPr/>
        </p:nvSpPr>
        <p:spPr>
          <a:xfrm>
            <a:off x="7532775" y="3622800"/>
            <a:ext cx="43260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58" name="Google Shape;209;p2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b="16254"/>
          <a:stretch>
            <a:fillRect/>
          </a:stretch>
        </p:blipFill>
        <p:spPr>
          <a:xfrm>
            <a:off x="7532775" y="0"/>
            <a:ext cx="4326000" cy="3622800"/>
          </a:xfrm>
          <a:prstGeom prst="rect"/>
          <a:noFill/>
          <a:ln>
            <a:noFill/>
          </a:ln>
        </p:spPr>
      </p:pic>
      <p:pic>
        <p:nvPicPr>
          <p:cNvPr id="2097159" name="Google Shape;210;p2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-468831" y="2571744"/>
            <a:ext cx="2571899" cy="2571899"/>
          </a:xfrm>
          <a:prstGeom prst="rect"/>
          <a:noFill/>
          <a:ln>
            <a:noFill/>
          </a:ln>
        </p:spPr>
      </p:pic>
      <p:sp>
        <p:nvSpPr>
          <p:cNvPr id="1048638" name="Google Shape;211;p22"/>
          <p:cNvSpPr/>
          <p:nvPr/>
        </p:nvSpPr>
        <p:spPr>
          <a:xfrm>
            <a:off x="7531322" y="362737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9" name="Google Shape;212;p22"/>
          <p:cNvSpPr txBox="1"/>
          <p:nvPr>
            <p:ph type="title"/>
          </p:nvPr>
        </p:nvSpPr>
        <p:spPr>
          <a:xfrm>
            <a:off x="2616813" y="1323976"/>
            <a:ext cx="4402200" cy="12645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0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640" name="Google Shape;213;p22"/>
          <p:cNvSpPr txBox="1"/>
          <p:nvPr>
            <p:ph type="subTitle" idx="1"/>
          </p:nvPr>
        </p:nvSpPr>
        <p:spPr>
          <a:xfrm>
            <a:off x="2979025" y="2728188"/>
            <a:ext cx="3704100" cy="102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7">
    <p:spTree>
      <p:nvGrpSpPr>
        <p:cNvPr id="107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Google Shape;215;p23"/>
          <p:cNvSpPr/>
          <p:nvPr/>
        </p:nvSpPr>
        <p:spPr>
          <a:xfrm>
            <a:off x="8193725" y="1846500"/>
            <a:ext cx="951000" cy="32970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3" name="Google Shape;216;p2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75845" b="16254"/>
          <a:stretch>
            <a:fillRect/>
          </a:stretch>
        </p:blipFill>
        <p:spPr>
          <a:xfrm>
            <a:off x="8193725" y="1846500"/>
            <a:ext cx="951000" cy="3297125"/>
          </a:xfrm>
          <a:prstGeom prst="rect"/>
          <a:noFill/>
          <a:ln>
            <a:noFill/>
          </a:ln>
        </p:spPr>
      </p:pic>
      <p:grpSp>
        <p:nvGrpSpPr>
          <p:cNvPr id="108" name="Google Shape;217;p23"/>
          <p:cNvGrpSpPr/>
          <p:nvPr/>
        </p:nvGrpSpPr>
        <p:grpSpPr>
          <a:xfrm>
            <a:off x="-2067006" y="2571669"/>
            <a:ext cx="2571899" cy="2571906"/>
            <a:chOff x="-2067006" y="2571669"/>
            <a:chExt cx="2571899" cy="2571906"/>
          </a:xfrm>
        </p:grpSpPr>
        <p:sp>
          <p:nvSpPr>
            <p:cNvPr id="1048793" name="Google Shape;218;p23"/>
            <p:cNvSpPr/>
            <p:nvPr/>
          </p:nvSpPr>
          <p:spPr>
            <a:xfrm rot="-5400000" flipH="1">
              <a:off x="-1832625" y="2806125"/>
              <a:ext cx="2571900" cy="2103000"/>
            </a:xfrm>
            <a:prstGeom prst="rect"/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2097184" name="Google Shape;219;p23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2"/>
            <a:srcRect/>
            <a:stretch>
              <a:fillRect/>
            </a:stretch>
          </p:blipFill>
          <p:spPr>
            <a:xfrm>
              <a:off x="-2067006" y="2571669"/>
              <a:ext cx="2571899" cy="2571899"/>
            </a:xfrm>
            <a:prstGeom prst="rect"/>
            <a:noFill/>
            <a:ln>
              <a:noFill/>
            </a:ln>
          </p:spPr>
        </p:pic>
      </p:grpSp>
      <p:sp>
        <p:nvSpPr>
          <p:cNvPr id="1048794" name="Google Shape;220;p23"/>
          <p:cNvSpPr/>
          <p:nvPr/>
        </p:nvSpPr>
        <p:spPr>
          <a:xfrm flipH="1">
            <a:off x="-1138225" y="-2550"/>
            <a:ext cx="1643100" cy="25719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95" name="Google Shape;221;p23"/>
          <p:cNvSpPr/>
          <p:nvPr/>
        </p:nvSpPr>
        <p:spPr>
          <a:xfrm flipH="1">
            <a:off x="8189450" y="0"/>
            <a:ext cx="9510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96" name="Google Shape;222;p23"/>
          <p:cNvSpPr txBox="1"/>
          <p:nvPr>
            <p:ph type="subTitle" idx="1"/>
          </p:nvPr>
        </p:nvSpPr>
        <p:spPr>
          <a:xfrm>
            <a:off x="2141675" y="2927575"/>
            <a:ext cx="3020700" cy="1018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8797" name="Google Shape;223;p23"/>
          <p:cNvSpPr txBox="1"/>
          <p:nvPr>
            <p:ph type="subTitle" idx="2"/>
          </p:nvPr>
        </p:nvSpPr>
        <p:spPr>
          <a:xfrm>
            <a:off x="2141675" y="1539450"/>
            <a:ext cx="3020700" cy="1018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8798" name="Google Shape;224;p23"/>
          <p:cNvSpPr txBox="1"/>
          <p:nvPr>
            <p:ph type="subTitle" idx="3"/>
          </p:nvPr>
        </p:nvSpPr>
        <p:spPr>
          <a:xfrm>
            <a:off x="5162375" y="2927575"/>
            <a:ext cx="2907600" cy="1018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99" name="Google Shape;225;p23"/>
          <p:cNvSpPr txBox="1"/>
          <p:nvPr>
            <p:ph type="subTitle" idx="4"/>
          </p:nvPr>
        </p:nvSpPr>
        <p:spPr>
          <a:xfrm>
            <a:off x="5162375" y="1539450"/>
            <a:ext cx="2907600" cy="1018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00" name="Google Shape;22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0">
    <p:spTree>
      <p:nvGrpSpPr>
        <p:cNvPr id="118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Google Shape;228;p24"/>
          <p:cNvSpPr/>
          <p:nvPr/>
        </p:nvSpPr>
        <p:spPr>
          <a:xfrm>
            <a:off x="-2731375" y="-1850"/>
            <a:ext cx="3232200" cy="3297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5" name="Google Shape;229;p2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13562" r="4342" b="16254"/>
          <a:stretch>
            <a:fillRect/>
          </a:stretch>
        </p:blipFill>
        <p:spPr>
          <a:xfrm>
            <a:off x="-2731375" y="-1850"/>
            <a:ext cx="3232250" cy="3297125"/>
          </a:xfrm>
          <a:prstGeom prst="rect"/>
          <a:noFill/>
          <a:ln>
            <a:noFill/>
          </a:ln>
        </p:spPr>
      </p:pic>
      <p:sp>
        <p:nvSpPr>
          <p:cNvPr id="1048878" name="Google Shape;230;p24"/>
          <p:cNvSpPr/>
          <p:nvPr/>
        </p:nvSpPr>
        <p:spPr>
          <a:xfrm>
            <a:off x="-890050" y="3298825"/>
            <a:ext cx="13950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79" name="Google Shape;231;p24"/>
          <p:cNvSpPr/>
          <p:nvPr/>
        </p:nvSpPr>
        <p:spPr>
          <a:xfrm>
            <a:off x="7532775" y="3622800"/>
            <a:ext cx="43260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80" name="Google Shape;232;p24"/>
          <p:cNvSpPr/>
          <p:nvPr/>
        </p:nvSpPr>
        <p:spPr>
          <a:xfrm>
            <a:off x="7531322" y="362737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81" name="Google Shape;233;p24"/>
          <p:cNvSpPr/>
          <p:nvPr/>
        </p:nvSpPr>
        <p:spPr>
          <a:xfrm>
            <a:off x="7532775" y="0"/>
            <a:ext cx="43260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6" name="Google Shape;234;p2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b="16254"/>
          <a:stretch>
            <a:fillRect/>
          </a:stretch>
        </p:blipFill>
        <p:spPr>
          <a:xfrm>
            <a:off x="7532775" y="0"/>
            <a:ext cx="4326000" cy="3622800"/>
          </a:xfrm>
          <a:prstGeom prst="rect"/>
          <a:noFill/>
          <a:ln>
            <a:noFill/>
          </a:ln>
        </p:spPr>
      </p:pic>
      <p:sp>
        <p:nvSpPr>
          <p:cNvPr id="1048882" name="Google Shape;235;p24"/>
          <p:cNvSpPr txBox="1"/>
          <p:nvPr>
            <p:ph type="subTitle" idx="1"/>
          </p:nvPr>
        </p:nvSpPr>
        <p:spPr>
          <a:xfrm>
            <a:off x="4448993" y="3341225"/>
            <a:ext cx="2628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8883" name="Google Shape;236;p24"/>
          <p:cNvSpPr txBox="1"/>
          <p:nvPr>
            <p:ph type="subTitle" idx="2"/>
          </p:nvPr>
        </p:nvSpPr>
        <p:spPr>
          <a:xfrm>
            <a:off x="1319875" y="3341238"/>
            <a:ext cx="2628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8884" name="Google Shape;237;p24"/>
          <p:cNvSpPr txBox="1"/>
          <p:nvPr>
            <p:ph type="subTitle" idx="3"/>
          </p:nvPr>
        </p:nvSpPr>
        <p:spPr>
          <a:xfrm>
            <a:off x="4448993" y="3802842"/>
            <a:ext cx="2628000" cy="638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5" name="Google Shape;238;p24"/>
          <p:cNvSpPr txBox="1"/>
          <p:nvPr>
            <p:ph type="subTitle" idx="4"/>
          </p:nvPr>
        </p:nvSpPr>
        <p:spPr>
          <a:xfrm>
            <a:off x="1319875" y="3802854"/>
            <a:ext cx="2628000" cy="6384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6" name="Google Shape;23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1">
    <p:spTree>
      <p:nvGrpSpPr>
        <p:cNvPr id="89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241;p25"/>
          <p:cNvSpPr/>
          <p:nvPr/>
        </p:nvSpPr>
        <p:spPr>
          <a:xfrm rot="5400000">
            <a:off x="7019707" y="1173675"/>
            <a:ext cx="3297300" cy="949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2" name="Google Shape;242;p25"/>
          <p:cNvSpPr/>
          <p:nvPr/>
        </p:nvSpPr>
        <p:spPr>
          <a:xfrm rot="-5400000" flipH="1">
            <a:off x="7748257" y="3748575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3" name="Google Shape;243;p25"/>
          <p:cNvSpPr/>
          <p:nvPr/>
        </p:nvSpPr>
        <p:spPr>
          <a:xfrm rot="10800000" flipH="1">
            <a:off x="8181182" y="3297321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4" name="Google Shape;244;p25"/>
          <p:cNvSpPr/>
          <p:nvPr/>
        </p:nvSpPr>
        <p:spPr>
          <a:xfrm>
            <a:off x="8181182" y="3297300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4" name="Google Shape;245;p2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4710" r="49562" b="10793"/>
          <a:stretch>
            <a:fillRect/>
          </a:stretch>
        </p:blipFill>
        <p:spPr>
          <a:xfrm flipH="1">
            <a:off x="8190533" y="-75"/>
            <a:ext cx="951000" cy="3297375"/>
          </a:xfrm>
          <a:prstGeom prst="rect"/>
          <a:noFill/>
          <a:ln>
            <a:noFill/>
          </a:ln>
        </p:spPr>
      </p:pic>
      <p:sp>
        <p:nvSpPr>
          <p:cNvPr id="1048685" name="Google Shape;246;p25"/>
          <p:cNvSpPr txBox="1"/>
          <p:nvPr>
            <p:ph type="title"/>
          </p:nvPr>
        </p:nvSpPr>
        <p:spPr>
          <a:xfrm>
            <a:off x="811896" y="445025"/>
            <a:ext cx="72678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686" name="Google Shape;247;p25"/>
          <p:cNvSpPr txBox="1"/>
          <p:nvPr>
            <p:ph type="body" idx="1"/>
          </p:nvPr>
        </p:nvSpPr>
        <p:spPr>
          <a:xfrm>
            <a:off x="811900" y="1017725"/>
            <a:ext cx="3626700" cy="35703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</a:lvl9pPr>
          </a:lstStyle>
          <a:p/>
        </p:txBody>
      </p:sp>
      <p:sp>
        <p:nvSpPr>
          <p:cNvPr id="1048687" name="Google Shape;248;p25"/>
          <p:cNvSpPr txBox="1"/>
          <p:nvPr>
            <p:ph type="body" idx="2"/>
          </p:nvPr>
        </p:nvSpPr>
        <p:spPr>
          <a:xfrm>
            <a:off x="4438600" y="1017725"/>
            <a:ext cx="3626700" cy="35703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93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Google Shape;250;p26"/>
          <p:cNvSpPr/>
          <p:nvPr/>
        </p:nvSpPr>
        <p:spPr>
          <a:xfrm rot="-5400000" flipH="1">
            <a:off x="7997857" y="3742563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14" name="Google Shape;251;p26"/>
          <p:cNvSpPr/>
          <p:nvPr/>
        </p:nvSpPr>
        <p:spPr>
          <a:xfrm rot="10800000" flipH="1">
            <a:off x="8430782" y="3291308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15" name="Google Shape;252;p26"/>
          <p:cNvSpPr/>
          <p:nvPr/>
        </p:nvSpPr>
        <p:spPr>
          <a:xfrm>
            <a:off x="8430782" y="3291288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16" name="Google Shape;253;p26"/>
          <p:cNvSpPr/>
          <p:nvPr/>
        </p:nvSpPr>
        <p:spPr>
          <a:xfrm>
            <a:off x="-685425" y="-62"/>
            <a:ext cx="13908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17" name="Google Shape;254;p26"/>
          <p:cNvSpPr/>
          <p:nvPr/>
        </p:nvSpPr>
        <p:spPr>
          <a:xfrm>
            <a:off x="-2526750" y="1846438"/>
            <a:ext cx="3232200" cy="3297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9" name="Google Shape;255;p2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17436" r="467" b="16254"/>
          <a:stretch>
            <a:fillRect/>
          </a:stretch>
        </p:blipFill>
        <p:spPr>
          <a:xfrm>
            <a:off x="-2526750" y="1846438"/>
            <a:ext cx="3232250" cy="3297125"/>
          </a:xfrm>
          <a:prstGeom prst="rect"/>
          <a:noFill/>
          <a:ln>
            <a:noFill/>
          </a:ln>
        </p:spPr>
      </p:pic>
      <p:sp>
        <p:nvSpPr>
          <p:cNvPr id="1048718" name="Google Shape;256;p26"/>
          <p:cNvSpPr/>
          <p:nvPr/>
        </p:nvSpPr>
        <p:spPr>
          <a:xfrm>
            <a:off x="8430775" y="0"/>
            <a:ext cx="7353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0" name="Google Shape;257;p2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r="77700"/>
          <a:stretch>
            <a:fillRect/>
          </a:stretch>
        </p:blipFill>
        <p:spPr>
          <a:xfrm>
            <a:off x="8430777" y="-25"/>
            <a:ext cx="735299" cy="3297377"/>
          </a:xfrm>
          <a:prstGeom prst="rect"/>
          <a:noFill/>
          <a:ln>
            <a:noFill/>
          </a:ln>
        </p:spPr>
      </p:pic>
      <p:sp>
        <p:nvSpPr>
          <p:cNvPr id="1048719" name="Google Shape;258;p26"/>
          <p:cNvSpPr txBox="1"/>
          <p:nvPr>
            <p:ph type="title"/>
          </p:nvPr>
        </p:nvSpPr>
        <p:spPr>
          <a:xfrm>
            <a:off x="857975" y="2579031"/>
            <a:ext cx="249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20" name="Google Shape;259;p26"/>
          <p:cNvSpPr txBox="1"/>
          <p:nvPr>
            <p:ph type="subTitle" idx="1"/>
          </p:nvPr>
        </p:nvSpPr>
        <p:spPr>
          <a:xfrm>
            <a:off x="857975" y="3106725"/>
            <a:ext cx="2490000" cy="9129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1" name="Google Shape;260;p26"/>
          <p:cNvSpPr txBox="1"/>
          <p:nvPr>
            <p:ph type="title" idx="2"/>
          </p:nvPr>
        </p:nvSpPr>
        <p:spPr>
          <a:xfrm>
            <a:off x="3399375" y="2579031"/>
            <a:ext cx="249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22" name="Google Shape;261;p26"/>
          <p:cNvSpPr txBox="1"/>
          <p:nvPr>
            <p:ph type="subTitle" idx="3"/>
          </p:nvPr>
        </p:nvSpPr>
        <p:spPr>
          <a:xfrm>
            <a:off x="3399376" y="3106725"/>
            <a:ext cx="2490000" cy="9129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3" name="Google Shape;262;p26"/>
          <p:cNvSpPr txBox="1"/>
          <p:nvPr>
            <p:ph type="title" idx="4"/>
          </p:nvPr>
        </p:nvSpPr>
        <p:spPr>
          <a:xfrm>
            <a:off x="5940774" y="2579031"/>
            <a:ext cx="24900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24" name="Google Shape;263;p26"/>
          <p:cNvSpPr txBox="1"/>
          <p:nvPr>
            <p:ph type="subTitle" idx="5"/>
          </p:nvPr>
        </p:nvSpPr>
        <p:spPr>
          <a:xfrm>
            <a:off x="5940775" y="3106725"/>
            <a:ext cx="2490000" cy="9129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5" name="Google Shape;264;p26"/>
          <p:cNvSpPr txBox="1"/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">
    <p:spTree>
      <p:nvGrpSpPr>
        <p:cNvPr id="112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Google Shape;266;p27"/>
          <p:cNvSpPr/>
          <p:nvPr/>
        </p:nvSpPr>
        <p:spPr>
          <a:xfrm>
            <a:off x="7532775" y="0"/>
            <a:ext cx="43260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10" name="Google Shape;267;p27"/>
          <p:cNvSpPr/>
          <p:nvPr/>
        </p:nvSpPr>
        <p:spPr>
          <a:xfrm>
            <a:off x="7532775" y="3622800"/>
            <a:ext cx="43260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7" name="Google Shape;268;p2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b="16254"/>
          <a:stretch>
            <a:fillRect/>
          </a:stretch>
        </p:blipFill>
        <p:spPr>
          <a:xfrm>
            <a:off x="7532775" y="0"/>
            <a:ext cx="4326000" cy="3622800"/>
          </a:xfrm>
          <a:prstGeom prst="rect"/>
          <a:noFill/>
          <a:ln>
            <a:noFill/>
          </a:ln>
        </p:spPr>
      </p:pic>
      <p:sp>
        <p:nvSpPr>
          <p:cNvPr id="1048811" name="Google Shape;269;p27"/>
          <p:cNvSpPr/>
          <p:nvPr/>
        </p:nvSpPr>
        <p:spPr>
          <a:xfrm>
            <a:off x="7531322" y="362737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12" name="Google Shape;270;p27"/>
          <p:cNvSpPr txBox="1"/>
          <p:nvPr>
            <p:ph type="subTitle" idx="1"/>
          </p:nvPr>
        </p:nvSpPr>
        <p:spPr>
          <a:xfrm>
            <a:off x="1694300" y="1268175"/>
            <a:ext cx="5450700" cy="374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algn="ctr" lvl="2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algn="ctr" lvl="3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algn="ctr" lvl="4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algn="ctr" lvl="5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algn="ctr" lvl="6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algn="ctr" lvl="7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algn="ctr" lvl="8" rtl="0">
              <a:spcBef>
                <a:spcPts val="1600"/>
              </a:spcBef>
              <a:spcAft>
                <a:spcPts val="160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1048813" name="Google Shape;271;p27"/>
          <p:cNvSpPr txBox="1"/>
          <p:nvPr>
            <p:ph type="subTitle" idx="2"/>
          </p:nvPr>
        </p:nvSpPr>
        <p:spPr>
          <a:xfrm>
            <a:off x="1694300" y="2478962"/>
            <a:ext cx="5450700" cy="374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algn="ctr" lvl="2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algn="ctr" lvl="3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algn="ctr" lvl="4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algn="ctr" lvl="5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algn="ctr" lvl="6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algn="ctr" lvl="7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algn="ctr" lvl="8" rtl="0">
              <a:spcBef>
                <a:spcPts val="1600"/>
              </a:spcBef>
              <a:spcAft>
                <a:spcPts val="160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1048814" name="Google Shape;272;p27"/>
          <p:cNvSpPr txBox="1"/>
          <p:nvPr>
            <p:ph type="subTitle" idx="3"/>
          </p:nvPr>
        </p:nvSpPr>
        <p:spPr>
          <a:xfrm>
            <a:off x="1694300" y="3683129"/>
            <a:ext cx="5450700" cy="374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2800">
                <a:latin typeface="Russo One"/>
                <a:ea typeface="Russo One"/>
                <a:cs typeface="Russo One"/>
                <a:sym typeface="Russo One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algn="ctr" lvl="2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algn="ctr" lvl="3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algn="ctr" lvl="4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algn="ctr" lvl="5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algn="ctr" lvl="6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algn="ctr" lvl="7" rtl="0">
              <a:spcBef>
                <a:spcPts val="160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algn="ctr" lvl="8" rtl="0">
              <a:spcBef>
                <a:spcPts val="1600"/>
              </a:spcBef>
              <a:spcAft>
                <a:spcPts val="160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1048815" name="Google Shape;273;p27"/>
          <p:cNvSpPr txBox="1"/>
          <p:nvPr>
            <p:ph type="subTitle" idx="4"/>
          </p:nvPr>
        </p:nvSpPr>
        <p:spPr>
          <a:xfrm>
            <a:off x="1694300" y="1617947"/>
            <a:ext cx="5450700" cy="550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spcBef>
                <a:spcPts val="1600"/>
              </a:spcBef>
              <a:spcAft>
                <a:spcPts val="0"/>
              </a:spcAft>
              <a:buSzPts val="1400"/>
              <a:buNone/>
            </a:lvl3pPr>
            <a:lvl4pPr algn="ctr" lvl="3" rtl="0">
              <a:spcBef>
                <a:spcPts val="1600"/>
              </a:spcBef>
              <a:spcAft>
                <a:spcPts val="0"/>
              </a:spcAft>
              <a:buSzPts val="1400"/>
              <a:buNone/>
            </a:lvl4pPr>
            <a:lvl5pPr algn="ctr" lvl="4" rtl="0">
              <a:spcBef>
                <a:spcPts val="1600"/>
              </a:spcBef>
              <a:spcAft>
                <a:spcPts val="0"/>
              </a:spcAft>
              <a:buSzPts val="1400"/>
              <a:buNone/>
            </a:lvl5pPr>
            <a:lvl6pPr algn="ctr" lvl="5" rtl="0">
              <a:spcBef>
                <a:spcPts val="1600"/>
              </a:spcBef>
              <a:spcAft>
                <a:spcPts val="0"/>
              </a:spcAft>
              <a:buSzPts val="1400"/>
              <a:buNone/>
            </a:lvl6pPr>
            <a:lvl7pPr algn="ctr" lvl="6" rtl="0">
              <a:spcBef>
                <a:spcPts val="1600"/>
              </a:spcBef>
              <a:spcAft>
                <a:spcPts val="0"/>
              </a:spcAft>
              <a:buSzPts val="1400"/>
              <a:buNone/>
            </a:lvl7pPr>
            <a:lvl8pPr algn="ctr" lvl="7" rtl="0">
              <a:spcBef>
                <a:spcPts val="1600"/>
              </a:spcBef>
              <a:spcAft>
                <a:spcPts val="0"/>
              </a:spcAft>
              <a:buSzPts val="1400"/>
              <a:buNone/>
            </a:lvl8pPr>
            <a:lvl9pPr algn="ctr" lvl="8" rtl="0">
              <a:spcBef>
                <a:spcPts val="1600"/>
              </a:spcBef>
              <a:spcAft>
                <a:spcPts val="1600"/>
              </a:spcAft>
              <a:buSzPts val="1400"/>
              <a:buNone/>
            </a:lvl9pPr>
          </a:lstStyle>
          <a:p/>
        </p:txBody>
      </p:sp>
      <p:sp>
        <p:nvSpPr>
          <p:cNvPr id="1048816" name="Google Shape;274;p27"/>
          <p:cNvSpPr txBox="1"/>
          <p:nvPr>
            <p:ph type="subTitle" idx="5"/>
          </p:nvPr>
        </p:nvSpPr>
        <p:spPr>
          <a:xfrm>
            <a:off x="1694300" y="2824602"/>
            <a:ext cx="5450700" cy="550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spcBef>
                <a:spcPts val="1600"/>
              </a:spcBef>
              <a:spcAft>
                <a:spcPts val="0"/>
              </a:spcAft>
              <a:buSzPts val="1400"/>
              <a:buNone/>
            </a:lvl3pPr>
            <a:lvl4pPr algn="ctr" lvl="3" rtl="0">
              <a:spcBef>
                <a:spcPts val="1600"/>
              </a:spcBef>
              <a:spcAft>
                <a:spcPts val="0"/>
              </a:spcAft>
              <a:buSzPts val="1400"/>
              <a:buNone/>
            </a:lvl4pPr>
            <a:lvl5pPr algn="ctr" lvl="4" rtl="0">
              <a:spcBef>
                <a:spcPts val="1600"/>
              </a:spcBef>
              <a:spcAft>
                <a:spcPts val="0"/>
              </a:spcAft>
              <a:buSzPts val="1400"/>
              <a:buNone/>
            </a:lvl5pPr>
            <a:lvl6pPr algn="ctr" lvl="5" rtl="0">
              <a:spcBef>
                <a:spcPts val="1600"/>
              </a:spcBef>
              <a:spcAft>
                <a:spcPts val="0"/>
              </a:spcAft>
              <a:buSzPts val="1400"/>
              <a:buNone/>
            </a:lvl6pPr>
            <a:lvl7pPr algn="ctr" lvl="6" rtl="0">
              <a:spcBef>
                <a:spcPts val="1600"/>
              </a:spcBef>
              <a:spcAft>
                <a:spcPts val="0"/>
              </a:spcAft>
              <a:buSzPts val="1400"/>
              <a:buNone/>
            </a:lvl7pPr>
            <a:lvl8pPr algn="ctr" lvl="7" rtl="0">
              <a:spcBef>
                <a:spcPts val="1600"/>
              </a:spcBef>
              <a:spcAft>
                <a:spcPts val="0"/>
              </a:spcAft>
              <a:buSzPts val="1400"/>
              <a:buNone/>
            </a:lvl8pPr>
            <a:lvl9pPr algn="ctr" lvl="8" rtl="0">
              <a:spcBef>
                <a:spcPts val="1600"/>
              </a:spcBef>
              <a:spcAft>
                <a:spcPts val="1600"/>
              </a:spcAft>
              <a:buSzPts val="1400"/>
              <a:buNone/>
            </a:lvl9pPr>
          </a:lstStyle>
          <a:p/>
        </p:txBody>
      </p:sp>
      <p:sp>
        <p:nvSpPr>
          <p:cNvPr id="1048817" name="Google Shape;275;p27"/>
          <p:cNvSpPr txBox="1"/>
          <p:nvPr>
            <p:ph type="subTitle" idx="6"/>
          </p:nvPr>
        </p:nvSpPr>
        <p:spPr>
          <a:xfrm>
            <a:off x="1694300" y="4032300"/>
            <a:ext cx="5450700" cy="550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spcBef>
                <a:spcPts val="1600"/>
              </a:spcBef>
              <a:spcAft>
                <a:spcPts val="0"/>
              </a:spcAft>
              <a:buSzPts val="1400"/>
              <a:buNone/>
            </a:lvl3pPr>
            <a:lvl4pPr algn="ctr" lvl="3" rtl="0">
              <a:spcBef>
                <a:spcPts val="1600"/>
              </a:spcBef>
              <a:spcAft>
                <a:spcPts val="0"/>
              </a:spcAft>
              <a:buSzPts val="1400"/>
              <a:buNone/>
            </a:lvl4pPr>
            <a:lvl5pPr algn="ctr" lvl="4" rtl="0">
              <a:spcBef>
                <a:spcPts val="1600"/>
              </a:spcBef>
              <a:spcAft>
                <a:spcPts val="0"/>
              </a:spcAft>
              <a:buSzPts val="1400"/>
              <a:buNone/>
            </a:lvl5pPr>
            <a:lvl6pPr algn="ctr" lvl="5" rtl="0">
              <a:spcBef>
                <a:spcPts val="1600"/>
              </a:spcBef>
              <a:spcAft>
                <a:spcPts val="0"/>
              </a:spcAft>
              <a:buSzPts val="1400"/>
              <a:buNone/>
            </a:lvl6pPr>
            <a:lvl7pPr algn="ctr" lvl="6" rtl="0">
              <a:spcBef>
                <a:spcPts val="1600"/>
              </a:spcBef>
              <a:spcAft>
                <a:spcPts val="0"/>
              </a:spcAft>
              <a:buSzPts val="1400"/>
              <a:buNone/>
            </a:lvl7pPr>
            <a:lvl8pPr algn="ctr" lvl="7" rtl="0">
              <a:spcBef>
                <a:spcPts val="1600"/>
              </a:spcBef>
              <a:spcAft>
                <a:spcPts val="0"/>
              </a:spcAft>
              <a:buSzPts val="1400"/>
              <a:buNone/>
            </a:lvl8pPr>
            <a:lvl9pPr algn="ctr" lvl="8" rtl="0">
              <a:spcBef>
                <a:spcPts val="1600"/>
              </a:spcBef>
              <a:spcAft>
                <a:spcPts val="1600"/>
              </a:spcAft>
              <a:buSzPts val="1400"/>
              <a:buNone/>
            </a:lvl9pPr>
          </a:lstStyle>
          <a:p/>
        </p:txBody>
      </p:sp>
      <p:sp>
        <p:nvSpPr>
          <p:cNvPr id="1048818" name="Google Shape;27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20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278;p28"/>
          <p:cNvGrpSpPr/>
          <p:nvPr/>
        </p:nvGrpSpPr>
        <p:grpSpPr>
          <a:xfrm>
            <a:off x="5911750" y="1847925"/>
            <a:ext cx="3232250" cy="3297125"/>
            <a:chOff x="5911750" y="1847925"/>
            <a:chExt cx="3232250" cy="3297125"/>
          </a:xfrm>
        </p:grpSpPr>
        <p:sp>
          <p:nvSpPr>
            <p:cNvPr id="1048893" name="Google Shape;279;p28"/>
            <p:cNvSpPr/>
            <p:nvPr/>
          </p:nvSpPr>
          <p:spPr>
            <a:xfrm>
              <a:off x="5911750" y="1847925"/>
              <a:ext cx="3232200" cy="3297000"/>
            </a:xfrm>
            <a:prstGeom prst="rect"/>
            <a:solidFill>
              <a:schemeClr val="dk2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2097199" name="Google Shape;280;p28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1"/>
            <a:srcRect r="17904" b="16254"/>
            <a:stretch>
              <a:fillRect/>
            </a:stretch>
          </p:blipFill>
          <p:spPr>
            <a:xfrm>
              <a:off x="5911750" y="1847925"/>
              <a:ext cx="3232250" cy="3297125"/>
            </a:xfrm>
            <a:prstGeom prst="rect"/>
            <a:noFill/>
            <a:ln>
              <a:noFill/>
            </a:ln>
          </p:spPr>
        </p:pic>
      </p:grpSp>
      <p:sp>
        <p:nvSpPr>
          <p:cNvPr id="1048894" name="Google Shape;281;p28"/>
          <p:cNvSpPr/>
          <p:nvPr/>
        </p:nvSpPr>
        <p:spPr>
          <a:xfrm>
            <a:off x="7753075" y="1425"/>
            <a:ext cx="18414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2" name="Google Shape;282;p28"/>
          <p:cNvGrpSpPr/>
          <p:nvPr/>
        </p:nvGrpSpPr>
        <p:grpSpPr>
          <a:xfrm>
            <a:off x="5911746" y="1696"/>
            <a:ext cx="1841334" cy="1849979"/>
            <a:chOff x="5911746" y="3297346"/>
            <a:chExt cx="1841334" cy="1849979"/>
          </a:xfrm>
        </p:grpSpPr>
        <p:grpSp>
          <p:nvGrpSpPr>
            <p:cNvPr id="123" name="Google Shape;283;p28"/>
            <p:cNvGrpSpPr/>
            <p:nvPr/>
          </p:nvGrpSpPr>
          <p:grpSpPr>
            <a:xfrm>
              <a:off x="5911746" y="3297346"/>
              <a:ext cx="1841334" cy="1846519"/>
              <a:chOff x="5522250" y="3622800"/>
              <a:chExt cx="1518000" cy="1522275"/>
            </a:xfrm>
          </p:grpSpPr>
          <p:sp>
            <p:nvSpPr>
              <p:cNvPr id="1048895" name="Google Shape;284;p28"/>
              <p:cNvSpPr/>
              <p:nvPr/>
            </p:nvSpPr>
            <p:spPr>
              <a:xfrm>
                <a:off x="5523000" y="3622800"/>
                <a:ext cx="1516500" cy="1520700"/>
              </a:xfrm>
              <a:prstGeom prst="rect"/>
              <a:solidFill>
                <a:schemeClr val="l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896" name="Google Shape;285;p28"/>
              <p:cNvSpPr/>
              <p:nvPr/>
            </p:nvSpPr>
            <p:spPr>
              <a:xfrm>
                <a:off x="5522250" y="3627075"/>
                <a:ext cx="1518000" cy="1518000"/>
              </a:xfrm>
              <a:prstGeom prst="ellipse"/>
              <a:solidFill>
                <a:schemeClr val="accen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pic>
          <p:nvPicPr>
            <p:cNvPr id="2097200" name="Google Shape;286;p28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1"/>
            <a:srcRect l="17060" b="16254"/>
            <a:stretch>
              <a:fillRect/>
            </a:stretch>
          </p:blipFill>
          <p:spPr>
            <a:xfrm>
              <a:off x="5911751" y="3300800"/>
              <a:ext cx="1828750" cy="1846525"/>
            </a:xfrm>
            <a:prstGeom prst="rect"/>
            <a:noFill/>
            <a:ln>
              <a:noFill/>
            </a:ln>
          </p:spPr>
        </p:pic>
      </p:grpSp>
      <p:sp>
        <p:nvSpPr>
          <p:cNvPr id="1048897" name="Google Shape;287;p28"/>
          <p:cNvSpPr txBox="1"/>
          <p:nvPr>
            <p:ph type="title"/>
          </p:nvPr>
        </p:nvSpPr>
        <p:spPr>
          <a:xfrm>
            <a:off x="710475" y="1282775"/>
            <a:ext cx="2483100" cy="8109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98" name="Google Shape;288;p28"/>
          <p:cNvSpPr txBox="1"/>
          <p:nvPr>
            <p:ph type="subTitle" idx="1"/>
          </p:nvPr>
        </p:nvSpPr>
        <p:spPr>
          <a:xfrm>
            <a:off x="710475" y="2152497"/>
            <a:ext cx="24831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9" name="Google Shape;289;p28"/>
          <p:cNvSpPr txBox="1"/>
          <p:nvPr>
            <p:ph type="title" idx="2"/>
          </p:nvPr>
        </p:nvSpPr>
        <p:spPr>
          <a:xfrm>
            <a:off x="3193649" y="1282775"/>
            <a:ext cx="2483100" cy="8109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900" name="Google Shape;290;p28"/>
          <p:cNvSpPr txBox="1"/>
          <p:nvPr>
            <p:ph type="subTitle" idx="3"/>
          </p:nvPr>
        </p:nvSpPr>
        <p:spPr>
          <a:xfrm>
            <a:off x="3193650" y="2152497"/>
            <a:ext cx="24831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1" name="Google Shape;291;p28"/>
          <p:cNvSpPr txBox="1"/>
          <p:nvPr>
            <p:ph type="title" idx="4"/>
          </p:nvPr>
        </p:nvSpPr>
        <p:spPr>
          <a:xfrm>
            <a:off x="710475" y="3009900"/>
            <a:ext cx="2483100" cy="8109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902" name="Google Shape;292;p28"/>
          <p:cNvSpPr txBox="1"/>
          <p:nvPr>
            <p:ph type="subTitle" idx="5"/>
          </p:nvPr>
        </p:nvSpPr>
        <p:spPr>
          <a:xfrm>
            <a:off x="710475" y="3879700"/>
            <a:ext cx="24831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3" name="Google Shape;293;p28"/>
          <p:cNvSpPr txBox="1"/>
          <p:nvPr>
            <p:ph type="title" idx="6"/>
          </p:nvPr>
        </p:nvSpPr>
        <p:spPr>
          <a:xfrm>
            <a:off x="3193649" y="3009900"/>
            <a:ext cx="2483100" cy="8109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904" name="Google Shape;294;p28"/>
          <p:cNvSpPr txBox="1"/>
          <p:nvPr>
            <p:ph type="subTitle" idx="7"/>
          </p:nvPr>
        </p:nvSpPr>
        <p:spPr>
          <a:xfrm>
            <a:off x="3193650" y="3879700"/>
            <a:ext cx="24831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5" name="Google Shape;295;p28"/>
          <p:cNvSpPr txBox="1"/>
          <p:nvPr>
            <p:ph type="title" idx="8"/>
          </p:nvPr>
        </p:nvSpPr>
        <p:spPr>
          <a:xfrm>
            <a:off x="710475" y="445025"/>
            <a:ext cx="77109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3">
    <p:spTree>
      <p:nvGrpSpPr>
        <p:cNvPr id="92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297;p29"/>
          <p:cNvSpPr/>
          <p:nvPr/>
        </p:nvSpPr>
        <p:spPr>
          <a:xfrm>
            <a:off x="8430775" y="3297300"/>
            <a:ext cx="735300" cy="18465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1" name="Google Shape;298;p29"/>
          <p:cNvSpPr/>
          <p:nvPr/>
        </p:nvSpPr>
        <p:spPr>
          <a:xfrm>
            <a:off x="8430775" y="0"/>
            <a:ext cx="7353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7" name="Google Shape;299;p2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77700"/>
          <a:stretch>
            <a:fillRect/>
          </a:stretch>
        </p:blipFill>
        <p:spPr>
          <a:xfrm>
            <a:off x="8430777" y="-25"/>
            <a:ext cx="735299" cy="3297377"/>
          </a:xfrm>
          <a:prstGeom prst="rect"/>
          <a:noFill/>
          <a:ln>
            <a:noFill/>
          </a:ln>
        </p:spPr>
      </p:pic>
      <p:sp>
        <p:nvSpPr>
          <p:cNvPr id="1048702" name="Google Shape;300;p29"/>
          <p:cNvSpPr/>
          <p:nvPr/>
        </p:nvSpPr>
        <p:spPr>
          <a:xfrm>
            <a:off x="-231575" y="1846663"/>
            <a:ext cx="951000" cy="32970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8" name="Google Shape;301;p2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l="23216" r="52629" b="16254"/>
          <a:stretch>
            <a:fillRect/>
          </a:stretch>
        </p:blipFill>
        <p:spPr>
          <a:xfrm>
            <a:off x="-231575" y="1846663"/>
            <a:ext cx="951000" cy="3297125"/>
          </a:xfrm>
          <a:prstGeom prst="rect"/>
          <a:noFill/>
          <a:ln>
            <a:noFill/>
          </a:ln>
        </p:spPr>
      </p:pic>
      <p:sp>
        <p:nvSpPr>
          <p:cNvPr id="1048703" name="Google Shape;302;p29"/>
          <p:cNvSpPr/>
          <p:nvPr/>
        </p:nvSpPr>
        <p:spPr>
          <a:xfrm flipH="1">
            <a:off x="-231575" y="-25"/>
            <a:ext cx="9510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4" name="Google Shape;303;p29"/>
          <p:cNvSpPr txBox="1"/>
          <p:nvPr>
            <p:ph type="title"/>
          </p:nvPr>
        </p:nvSpPr>
        <p:spPr>
          <a:xfrm>
            <a:off x="4533482" y="2606850"/>
            <a:ext cx="17136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05" name="Google Shape;304;p29"/>
          <p:cNvSpPr txBox="1"/>
          <p:nvPr>
            <p:ph type="subTitle" idx="1"/>
          </p:nvPr>
        </p:nvSpPr>
        <p:spPr>
          <a:xfrm>
            <a:off x="4531606" y="3179496"/>
            <a:ext cx="1717500" cy="739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305;p29"/>
          <p:cNvSpPr txBox="1"/>
          <p:nvPr>
            <p:ph type="title" idx="2"/>
          </p:nvPr>
        </p:nvSpPr>
        <p:spPr>
          <a:xfrm>
            <a:off x="6245500" y="2606850"/>
            <a:ext cx="17175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07" name="Google Shape;306;p29"/>
          <p:cNvSpPr txBox="1"/>
          <p:nvPr>
            <p:ph type="subTitle" idx="3"/>
          </p:nvPr>
        </p:nvSpPr>
        <p:spPr>
          <a:xfrm>
            <a:off x="6245492" y="3179496"/>
            <a:ext cx="1717500" cy="739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8" name="Google Shape;307;p29"/>
          <p:cNvSpPr txBox="1"/>
          <p:nvPr>
            <p:ph type="title" idx="4"/>
          </p:nvPr>
        </p:nvSpPr>
        <p:spPr>
          <a:xfrm>
            <a:off x="1088750" y="2606850"/>
            <a:ext cx="17136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09" name="Google Shape;308;p29"/>
          <p:cNvSpPr txBox="1"/>
          <p:nvPr>
            <p:ph type="subTitle" idx="5"/>
          </p:nvPr>
        </p:nvSpPr>
        <p:spPr>
          <a:xfrm>
            <a:off x="1086875" y="3179500"/>
            <a:ext cx="1717500" cy="739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0" name="Google Shape;309;p29"/>
          <p:cNvSpPr txBox="1"/>
          <p:nvPr>
            <p:ph type="title" idx="6"/>
          </p:nvPr>
        </p:nvSpPr>
        <p:spPr>
          <a:xfrm>
            <a:off x="2819595" y="2606850"/>
            <a:ext cx="17136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11" name="Google Shape;310;p29"/>
          <p:cNvSpPr txBox="1"/>
          <p:nvPr>
            <p:ph type="subTitle" idx="7"/>
          </p:nvPr>
        </p:nvSpPr>
        <p:spPr>
          <a:xfrm>
            <a:off x="2817719" y="3179500"/>
            <a:ext cx="1717500" cy="739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2" name="Google Shape;311;p29"/>
          <p:cNvSpPr txBox="1"/>
          <p:nvPr>
            <p:ph type="title" idx="8"/>
          </p:nvPr>
        </p:nvSpPr>
        <p:spPr>
          <a:xfrm>
            <a:off x="720000" y="445025"/>
            <a:ext cx="77109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5">
    <p:spTree>
      <p:nvGrpSpPr>
        <p:cNvPr id="10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Google Shape;313;p30"/>
          <p:cNvSpPr/>
          <p:nvPr/>
        </p:nvSpPr>
        <p:spPr>
          <a:xfrm rot="5400000">
            <a:off x="7019707" y="1173675"/>
            <a:ext cx="3297300" cy="949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50" name="Google Shape;314;p30"/>
          <p:cNvSpPr/>
          <p:nvPr/>
        </p:nvSpPr>
        <p:spPr>
          <a:xfrm rot="-5400000" flipH="1">
            <a:off x="7748257" y="3748575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6" name="Google Shape;315;p3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4710" r="49562" b="10793"/>
          <a:stretch>
            <a:fillRect/>
          </a:stretch>
        </p:blipFill>
        <p:spPr>
          <a:xfrm flipH="1">
            <a:off x="8190533" y="-75"/>
            <a:ext cx="951000" cy="3297375"/>
          </a:xfrm>
          <a:prstGeom prst="rect"/>
          <a:noFill/>
          <a:ln>
            <a:noFill/>
          </a:ln>
        </p:spPr>
      </p:pic>
      <p:sp>
        <p:nvSpPr>
          <p:cNvPr id="1048751" name="Google Shape;316;p30"/>
          <p:cNvSpPr txBox="1"/>
          <p:nvPr>
            <p:ph type="title"/>
          </p:nvPr>
        </p:nvSpPr>
        <p:spPr>
          <a:xfrm>
            <a:off x="5151135" y="1120500"/>
            <a:ext cx="27357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52" name="Google Shape;317;p30"/>
          <p:cNvSpPr txBox="1"/>
          <p:nvPr>
            <p:ph type="subTitle" idx="1"/>
          </p:nvPr>
        </p:nvSpPr>
        <p:spPr>
          <a:xfrm>
            <a:off x="5151135" y="1630825"/>
            <a:ext cx="2735700" cy="285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3" name="Google Shape;318;p30"/>
          <p:cNvSpPr txBox="1"/>
          <p:nvPr>
            <p:ph type="title" idx="2"/>
          </p:nvPr>
        </p:nvSpPr>
        <p:spPr>
          <a:xfrm>
            <a:off x="5151130" y="2462150"/>
            <a:ext cx="27357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54" name="Google Shape;319;p30"/>
          <p:cNvSpPr txBox="1"/>
          <p:nvPr>
            <p:ph type="subTitle" idx="3"/>
          </p:nvPr>
        </p:nvSpPr>
        <p:spPr>
          <a:xfrm>
            <a:off x="5151130" y="2972475"/>
            <a:ext cx="2735700" cy="285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5" name="Google Shape;320;p30"/>
          <p:cNvSpPr txBox="1"/>
          <p:nvPr>
            <p:ph type="title" idx="4"/>
          </p:nvPr>
        </p:nvSpPr>
        <p:spPr>
          <a:xfrm>
            <a:off x="709798" y="3117432"/>
            <a:ext cx="27357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56" name="Google Shape;321;p30"/>
          <p:cNvSpPr txBox="1"/>
          <p:nvPr>
            <p:ph type="subTitle" idx="5"/>
          </p:nvPr>
        </p:nvSpPr>
        <p:spPr>
          <a:xfrm>
            <a:off x="704850" y="3627750"/>
            <a:ext cx="2735700" cy="285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7" name="Google Shape;322;p30"/>
          <p:cNvSpPr txBox="1"/>
          <p:nvPr>
            <p:ph type="title" idx="6"/>
          </p:nvPr>
        </p:nvSpPr>
        <p:spPr>
          <a:xfrm>
            <a:off x="5151125" y="3803800"/>
            <a:ext cx="27357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58" name="Google Shape;323;p30"/>
          <p:cNvSpPr txBox="1"/>
          <p:nvPr>
            <p:ph type="subTitle" idx="7"/>
          </p:nvPr>
        </p:nvSpPr>
        <p:spPr>
          <a:xfrm>
            <a:off x="5151133" y="4314125"/>
            <a:ext cx="2735700" cy="285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9" name="Google Shape;324;p30"/>
          <p:cNvSpPr txBox="1"/>
          <p:nvPr>
            <p:ph type="title" idx="8"/>
          </p:nvPr>
        </p:nvSpPr>
        <p:spPr>
          <a:xfrm>
            <a:off x="712294" y="1803725"/>
            <a:ext cx="27357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760" name="Google Shape;325;p30"/>
          <p:cNvSpPr txBox="1"/>
          <p:nvPr>
            <p:ph type="subTitle" idx="9"/>
          </p:nvPr>
        </p:nvSpPr>
        <p:spPr>
          <a:xfrm>
            <a:off x="707351" y="2314043"/>
            <a:ext cx="2735700" cy="285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1" name="Google Shape;326;p30"/>
          <p:cNvSpPr txBox="1"/>
          <p:nvPr>
            <p:ph type="title" idx="13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14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Google Shape;328;p31"/>
          <p:cNvSpPr/>
          <p:nvPr/>
        </p:nvSpPr>
        <p:spPr>
          <a:xfrm>
            <a:off x="-2213177" y="1843913"/>
            <a:ext cx="2718000" cy="32973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0" name="Google Shape;329;p3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30967"/>
          <a:stretch>
            <a:fillRect/>
          </a:stretch>
        </p:blipFill>
        <p:spPr>
          <a:xfrm>
            <a:off x="-2213177" y="1845563"/>
            <a:ext cx="2718000" cy="3295650"/>
          </a:xfrm>
          <a:prstGeom prst="rect"/>
          <a:noFill/>
          <a:ln>
            <a:noFill/>
          </a:ln>
        </p:spPr>
      </p:pic>
      <p:sp>
        <p:nvSpPr>
          <p:cNvPr id="1048826" name="Google Shape;330;p31"/>
          <p:cNvSpPr/>
          <p:nvPr/>
        </p:nvSpPr>
        <p:spPr>
          <a:xfrm flipH="1">
            <a:off x="-1608075" y="522763"/>
            <a:ext cx="2112900" cy="1318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27" name="Google Shape;331;p31"/>
          <p:cNvSpPr/>
          <p:nvPr/>
        </p:nvSpPr>
        <p:spPr>
          <a:xfrm rot="-5400000" flipH="1">
            <a:off x="-1117577" y="-1093312"/>
            <a:ext cx="524700" cy="27159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28" name="Google Shape;332;p31"/>
          <p:cNvSpPr txBox="1"/>
          <p:nvPr>
            <p:ph type="title"/>
          </p:nvPr>
        </p:nvSpPr>
        <p:spPr>
          <a:xfrm>
            <a:off x="1910603" y="1357050"/>
            <a:ext cx="26898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29" name="Google Shape;333;p31"/>
          <p:cNvSpPr txBox="1"/>
          <p:nvPr>
            <p:ph type="subTitle" idx="1"/>
          </p:nvPr>
        </p:nvSpPr>
        <p:spPr>
          <a:xfrm>
            <a:off x="1910603" y="1867375"/>
            <a:ext cx="26898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30" name="Google Shape;334;p31"/>
          <p:cNvSpPr txBox="1"/>
          <p:nvPr>
            <p:ph type="title" idx="2"/>
          </p:nvPr>
        </p:nvSpPr>
        <p:spPr>
          <a:xfrm>
            <a:off x="1910600" y="3614250"/>
            <a:ext cx="26898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31" name="Google Shape;335;p31"/>
          <p:cNvSpPr txBox="1"/>
          <p:nvPr>
            <p:ph type="subTitle" idx="3"/>
          </p:nvPr>
        </p:nvSpPr>
        <p:spPr>
          <a:xfrm>
            <a:off x="1910600" y="4124575"/>
            <a:ext cx="26898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32" name="Google Shape;336;p31"/>
          <p:cNvSpPr txBox="1"/>
          <p:nvPr>
            <p:ph type="title" idx="4"/>
          </p:nvPr>
        </p:nvSpPr>
        <p:spPr>
          <a:xfrm>
            <a:off x="1910603" y="2485650"/>
            <a:ext cx="26898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33" name="Google Shape;337;p31"/>
          <p:cNvSpPr txBox="1"/>
          <p:nvPr>
            <p:ph type="subTitle" idx="5"/>
          </p:nvPr>
        </p:nvSpPr>
        <p:spPr>
          <a:xfrm>
            <a:off x="1910603" y="2995975"/>
            <a:ext cx="26898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34" name="Google Shape;338;p31"/>
          <p:cNvSpPr txBox="1"/>
          <p:nvPr>
            <p:ph type="title" idx="6"/>
          </p:nvPr>
        </p:nvSpPr>
        <p:spPr>
          <a:xfrm>
            <a:off x="5753100" y="3614250"/>
            <a:ext cx="26898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35" name="Google Shape;339;p31"/>
          <p:cNvSpPr txBox="1"/>
          <p:nvPr>
            <p:ph type="subTitle" idx="7"/>
          </p:nvPr>
        </p:nvSpPr>
        <p:spPr>
          <a:xfrm>
            <a:off x="5753100" y="4124575"/>
            <a:ext cx="26898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36" name="Google Shape;340;p31"/>
          <p:cNvSpPr txBox="1"/>
          <p:nvPr>
            <p:ph type="title" idx="8"/>
          </p:nvPr>
        </p:nvSpPr>
        <p:spPr>
          <a:xfrm>
            <a:off x="5753105" y="1357050"/>
            <a:ext cx="26898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37" name="Google Shape;341;p31"/>
          <p:cNvSpPr txBox="1"/>
          <p:nvPr>
            <p:ph type="subTitle" idx="9"/>
          </p:nvPr>
        </p:nvSpPr>
        <p:spPr>
          <a:xfrm>
            <a:off x="5753105" y="1867375"/>
            <a:ext cx="26898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38" name="Google Shape;342;p31"/>
          <p:cNvSpPr txBox="1"/>
          <p:nvPr>
            <p:ph type="title" idx="13"/>
          </p:nvPr>
        </p:nvSpPr>
        <p:spPr>
          <a:xfrm>
            <a:off x="5753105" y="2485650"/>
            <a:ext cx="2689800" cy="527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39" name="Google Shape;343;p31"/>
          <p:cNvSpPr txBox="1"/>
          <p:nvPr>
            <p:ph type="subTitle" idx="14"/>
          </p:nvPr>
        </p:nvSpPr>
        <p:spPr>
          <a:xfrm>
            <a:off x="5753105" y="2995975"/>
            <a:ext cx="2689800" cy="484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40" name="Google Shape;344;p31"/>
          <p:cNvSpPr txBox="1"/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17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Google Shape;346;p32"/>
          <p:cNvSpPr/>
          <p:nvPr/>
        </p:nvSpPr>
        <p:spPr>
          <a:xfrm rot="5400000">
            <a:off x="7019707" y="1173675"/>
            <a:ext cx="3297300" cy="9498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4" name="Google Shape;347;p3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4710" r="49562" b="10793"/>
          <a:stretch>
            <a:fillRect/>
          </a:stretch>
        </p:blipFill>
        <p:spPr>
          <a:xfrm flipH="1">
            <a:off x="8190533" y="-75"/>
            <a:ext cx="951000" cy="3297375"/>
          </a:xfrm>
          <a:prstGeom prst="rect"/>
          <a:noFill/>
          <a:ln>
            <a:noFill/>
          </a:ln>
        </p:spPr>
      </p:pic>
      <p:sp>
        <p:nvSpPr>
          <p:cNvPr id="1048861" name="Google Shape;348;p32"/>
          <p:cNvSpPr/>
          <p:nvPr/>
        </p:nvSpPr>
        <p:spPr>
          <a:xfrm rot="-5400000" flipH="1">
            <a:off x="7769157" y="3740138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62" name="Google Shape;349;p32"/>
          <p:cNvSpPr/>
          <p:nvPr/>
        </p:nvSpPr>
        <p:spPr>
          <a:xfrm rot="10800000" flipH="1">
            <a:off x="8202082" y="3288883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63" name="Google Shape;350;p32"/>
          <p:cNvSpPr/>
          <p:nvPr/>
        </p:nvSpPr>
        <p:spPr>
          <a:xfrm>
            <a:off x="8202082" y="3288863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64" name="Google Shape;351;p32"/>
          <p:cNvSpPr txBox="1"/>
          <p:nvPr>
            <p:ph type="title" hasCustomPrompt="1"/>
          </p:nvPr>
        </p:nvSpPr>
        <p:spPr>
          <a:xfrm>
            <a:off x="710475" y="1219250"/>
            <a:ext cx="994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8865" name="Google Shape;352;p32"/>
          <p:cNvSpPr txBox="1"/>
          <p:nvPr>
            <p:ph type="title" idx="2" hasCustomPrompt="1"/>
          </p:nvPr>
        </p:nvSpPr>
        <p:spPr>
          <a:xfrm>
            <a:off x="710475" y="3925777"/>
            <a:ext cx="994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8866" name="Google Shape;353;p32"/>
          <p:cNvSpPr txBox="1"/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  <p:sp>
        <p:nvSpPr>
          <p:cNvPr id="1048867" name="Google Shape;354;p32"/>
          <p:cNvSpPr txBox="1"/>
          <p:nvPr>
            <p:ph type="title" idx="4"/>
          </p:nvPr>
        </p:nvSpPr>
        <p:spPr>
          <a:xfrm>
            <a:off x="4105275" y="1108775"/>
            <a:ext cx="4096800" cy="527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68" name="Google Shape;355;p32"/>
          <p:cNvSpPr txBox="1"/>
          <p:nvPr>
            <p:ph type="subTitle" idx="1"/>
          </p:nvPr>
        </p:nvSpPr>
        <p:spPr>
          <a:xfrm>
            <a:off x="4106530" y="1495274"/>
            <a:ext cx="4094400" cy="371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69" name="Google Shape;356;p32"/>
          <p:cNvSpPr txBox="1"/>
          <p:nvPr>
            <p:ph type="title" idx="5"/>
          </p:nvPr>
        </p:nvSpPr>
        <p:spPr>
          <a:xfrm>
            <a:off x="4105275" y="2016825"/>
            <a:ext cx="4096800" cy="527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70" name="Google Shape;357;p32"/>
          <p:cNvSpPr txBox="1"/>
          <p:nvPr>
            <p:ph type="subTitle" idx="6"/>
          </p:nvPr>
        </p:nvSpPr>
        <p:spPr>
          <a:xfrm>
            <a:off x="4106530" y="2403325"/>
            <a:ext cx="4094400" cy="371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1" name="Google Shape;358;p32"/>
          <p:cNvSpPr txBox="1"/>
          <p:nvPr>
            <p:ph type="title" idx="7"/>
          </p:nvPr>
        </p:nvSpPr>
        <p:spPr>
          <a:xfrm>
            <a:off x="4105275" y="2920450"/>
            <a:ext cx="4096800" cy="527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72" name="Google Shape;359;p32"/>
          <p:cNvSpPr txBox="1"/>
          <p:nvPr>
            <p:ph type="subTitle" idx="8"/>
          </p:nvPr>
        </p:nvSpPr>
        <p:spPr>
          <a:xfrm>
            <a:off x="4106530" y="3306949"/>
            <a:ext cx="4094400" cy="371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3" name="Google Shape;360;p32"/>
          <p:cNvSpPr txBox="1"/>
          <p:nvPr>
            <p:ph type="title" idx="9"/>
          </p:nvPr>
        </p:nvSpPr>
        <p:spPr>
          <a:xfrm>
            <a:off x="4105275" y="3828500"/>
            <a:ext cx="4096800" cy="527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8874" name="Google Shape;361;p32"/>
          <p:cNvSpPr txBox="1"/>
          <p:nvPr>
            <p:ph type="subTitle" idx="13"/>
          </p:nvPr>
        </p:nvSpPr>
        <p:spPr>
          <a:xfrm>
            <a:off x="4106530" y="4215000"/>
            <a:ext cx="4094400" cy="371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5" name="Google Shape;362;p32"/>
          <p:cNvSpPr txBox="1"/>
          <p:nvPr>
            <p:ph type="title" idx="14" hasCustomPrompt="1"/>
          </p:nvPr>
        </p:nvSpPr>
        <p:spPr>
          <a:xfrm>
            <a:off x="710475" y="2123722"/>
            <a:ext cx="994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8876" name="Google Shape;363;p32"/>
          <p:cNvSpPr txBox="1"/>
          <p:nvPr>
            <p:ph type="title" idx="15" hasCustomPrompt="1"/>
          </p:nvPr>
        </p:nvSpPr>
        <p:spPr>
          <a:xfrm>
            <a:off x="710475" y="3028195"/>
            <a:ext cx="9945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90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Google Shape;365;p33"/>
          <p:cNvSpPr/>
          <p:nvPr/>
        </p:nvSpPr>
        <p:spPr>
          <a:xfrm rot="-5400000" flipH="1">
            <a:off x="-1422600" y="1173563"/>
            <a:ext cx="3297300" cy="9498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5" name="Google Shape;366;p3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2042" r="72230" b="10793"/>
          <a:stretch>
            <a:fillRect/>
          </a:stretch>
        </p:blipFill>
        <p:spPr>
          <a:xfrm flipH="1">
            <a:off x="-237875" y="-187"/>
            <a:ext cx="951000" cy="3297375"/>
          </a:xfrm>
          <a:prstGeom prst="rect"/>
          <a:noFill/>
          <a:ln>
            <a:noFill/>
          </a:ln>
        </p:spPr>
      </p:pic>
      <p:sp>
        <p:nvSpPr>
          <p:cNvPr id="1048689" name="Google Shape;367;p33"/>
          <p:cNvSpPr/>
          <p:nvPr/>
        </p:nvSpPr>
        <p:spPr>
          <a:xfrm rot="5400000">
            <a:off x="-692850" y="3748463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0" name="Google Shape;368;p33"/>
          <p:cNvSpPr/>
          <p:nvPr/>
        </p:nvSpPr>
        <p:spPr>
          <a:xfrm rot="10800000">
            <a:off x="-1209475" y="3297208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1" name="Google Shape;369;p33"/>
          <p:cNvSpPr/>
          <p:nvPr/>
        </p:nvSpPr>
        <p:spPr>
          <a:xfrm flipH="1">
            <a:off x="-1209475" y="3297188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2" name="Google Shape;370;p33"/>
          <p:cNvSpPr/>
          <p:nvPr/>
        </p:nvSpPr>
        <p:spPr>
          <a:xfrm>
            <a:off x="7604675" y="1523925"/>
            <a:ext cx="43260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3" name="Google Shape;371;p33"/>
          <p:cNvSpPr/>
          <p:nvPr/>
        </p:nvSpPr>
        <p:spPr>
          <a:xfrm>
            <a:off x="7605400" y="18875"/>
            <a:ext cx="43260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66" name="Google Shape;372;p3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b="16254"/>
          <a:stretch>
            <a:fillRect/>
          </a:stretch>
        </p:blipFill>
        <p:spPr>
          <a:xfrm>
            <a:off x="7604675" y="1523925"/>
            <a:ext cx="4326000" cy="3622800"/>
          </a:xfrm>
          <a:prstGeom prst="rect"/>
          <a:noFill/>
          <a:ln>
            <a:noFill/>
          </a:ln>
        </p:spPr>
      </p:pic>
      <p:sp>
        <p:nvSpPr>
          <p:cNvPr id="1048694" name="Google Shape;373;p33"/>
          <p:cNvSpPr/>
          <p:nvPr/>
        </p:nvSpPr>
        <p:spPr>
          <a:xfrm>
            <a:off x="7603947" y="23446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5" name="Google Shape;374;p33"/>
          <p:cNvSpPr txBox="1"/>
          <p:nvPr>
            <p:ph type="title" hasCustomPrompt="1"/>
          </p:nvPr>
        </p:nvSpPr>
        <p:spPr>
          <a:xfrm>
            <a:off x="4840500" y="2037150"/>
            <a:ext cx="18414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>
                <a:solidFill>
                  <a:schemeClr val="lt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48696" name="Google Shape;375;p33"/>
          <p:cNvSpPr txBox="1"/>
          <p:nvPr>
            <p:ph type="subTitle" idx="1"/>
          </p:nvPr>
        </p:nvSpPr>
        <p:spPr>
          <a:xfrm>
            <a:off x="4572000" y="3472800"/>
            <a:ext cx="2378400" cy="4203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7" name="Google Shape;376;p33"/>
          <p:cNvSpPr txBox="1"/>
          <p:nvPr>
            <p:ph type="title" idx="2" hasCustomPrompt="1"/>
          </p:nvPr>
        </p:nvSpPr>
        <p:spPr>
          <a:xfrm>
            <a:off x="1807825" y="2611038"/>
            <a:ext cx="18414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>
                <a:solidFill>
                  <a:schemeClr val="lt1"/>
                </a:solidFill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48698" name="Google Shape;377;p33"/>
          <p:cNvSpPr txBox="1"/>
          <p:nvPr>
            <p:ph type="subTitle" idx="3"/>
          </p:nvPr>
        </p:nvSpPr>
        <p:spPr>
          <a:xfrm>
            <a:off x="1539325" y="3803763"/>
            <a:ext cx="2378400" cy="4203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algn="ctr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9" name="Google Shape;378;p33"/>
          <p:cNvSpPr txBox="1"/>
          <p:nvPr>
            <p:ph type="title" idx="4"/>
          </p:nvPr>
        </p:nvSpPr>
        <p:spPr>
          <a:xfrm>
            <a:off x="720000" y="445025"/>
            <a:ext cx="7704000" cy="572700"/>
          </a:xfrm>
          <a:prstGeom prst="rect"/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98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Google Shape;380;p34"/>
          <p:cNvSpPr/>
          <p:nvPr/>
        </p:nvSpPr>
        <p:spPr>
          <a:xfrm rot="-5400000" flipH="1">
            <a:off x="1050426" y="808538"/>
            <a:ext cx="2571900" cy="951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40" name="Google Shape;381;p34"/>
          <p:cNvSpPr/>
          <p:nvPr/>
        </p:nvSpPr>
        <p:spPr>
          <a:xfrm>
            <a:off x="1864876" y="3298888"/>
            <a:ext cx="7353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41" name="Google Shape;382;p34"/>
          <p:cNvSpPr/>
          <p:nvPr/>
        </p:nvSpPr>
        <p:spPr>
          <a:xfrm rot="-5400000" flipH="1">
            <a:off x="1784121" y="4115789"/>
            <a:ext cx="1839600" cy="207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42" name="Google Shape;383;p34"/>
          <p:cNvSpPr/>
          <p:nvPr/>
        </p:nvSpPr>
        <p:spPr>
          <a:xfrm flipH="1">
            <a:off x="-28" y="-1900"/>
            <a:ext cx="18609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74" name="Google Shape;384;p3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r="52736"/>
          <a:stretch>
            <a:fillRect/>
          </a:stretch>
        </p:blipFill>
        <p:spPr>
          <a:xfrm flipH="1">
            <a:off x="-3" y="-275"/>
            <a:ext cx="1860875" cy="3295675"/>
          </a:xfrm>
          <a:prstGeom prst="rect"/>
          <a:noFill/>
          <a:ln>
            <a:noFill/>
          </a:ln>
        </p:spPr>
      </p:pic>
      <p:grpSp>
        <p:nvGrpSpPr>
          <p:cNvPr id="99" name="Google Shape;385;p34"/>
          <p:cNvGrpSpPr/>
          <p:nvPr/>
        </p:nvGrpSpPr>
        <p:grpSpPr>
          <a:xfrm flipH="1">
            <a:off x="19471" y="3295433"/>
            <a:ext cx="1841334" cy="1849979"/>
            <a:chOff x="5911746" y="3297346"/>
            <a:chExt cx="1841334" cy="1849979"/>
          </a:xfrm>
        </p:grpSpPr>
        <p:grpSp>
          <p:nvGrpSpPr>
            <p:cNvPr id="100" name="Google Shape;386;p34"/>
            <p:cNvGrpSpPr/>
            <p:nvPr/>
          </p:nvGrpSpPr>
          <p:grpSpPr>
            <a:xfrm>
              <a:off x="5911746" y="3297346"/>
              <a:ext cx="1841334" cy="1846519"/>
              <a:chOff x="5522250" y="3622800"/>
              <a:chExt cx="1518000" cy="1522275"/>
            </a:xfrm>
          </p:grpSpPr>
          <p:sp>
            <p:nvSpPr>
              <p:cNvPr id="1048743" name="Google Shape;387;p34"/>
              <p:cNvSpPr/>
              <p:nvPr/>
            </p:nvSpPr>
            <p:spPr>
              <a:xfrm>
                <a:off x="5523000" y="3622800"/>
                <a:ext cx="1516500" cy="1520700"/>
              </a:xfrm>
              <a:prstGeom prst="rect"/>
              <a:solidFill>
                <a:schemeClr val="l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744" name="Google Shape;388;p34"/>
              <p:cNvSpPr/>
              <p:nvPr/>
            </p:nvSpPr>
            <p:spPr>
              <a:xfrm>
                <a:off x="5522250" y="3627075"/>
                <a:ext cx="1518000" cy="1518000"/>
              </a:xfrm>
              <a:prstGeom prst="ellipse"/>
              <a:solidFill>
                <a:schemeClr val="accen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pic>
          <p:nvPicPr>
            <p:cNvPr id="2097175" name="Google Shape;389;p34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2"/>
            <a:srcRect l="17060" b="16254"/>
            <a:stretch>
              <a:fillRect/>
            </a:stretch>
          </p:blipFill>
          <p:spPr>
            <a:xfrm>
              <a:off x="5911751" y="3300800"/>
              <a:ext cx="1828750" cy="1846525"/>
            </a:xfrm>
            <a:prstGeom prst="rect"/>
            <a:noFill/>
            <a:ln>
              <a:noFill/>
            </a:ln>
          </p:spPr>
        </p:pic>
      </p:grpSp>
      <p:sp>
        <p:nvSpPr>
          <p:cNvPr id="1048745" name="Google Shape;390;p34"/>
          <p:cNvSpPr/>
          <p:nvPr/>
        </p:nvSpPr>
        <p:spPr>
          <a:xfrm rot="5400000">
            <a:off x="1968876" y="2461988"/>
            <a:ext cx="735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46" name="Google Shape;391;p34"/>
          <p:cNvSpPr txBox="1"/>
          <p:nvPr/>
        </p:nvSpPr>
        <p:spPr>
          <a:xfrm>
            <a:off x="2930525" y="4258100"/>
            <a:ext cx="5388600" cy="446100"/>
          </a:xfrm>
          <a:prstGeom prst="rect"/>
          <a:noFill/>
          <a:ln>
            <a:noFill/>
          </a:ln>
        </p:spPr>
        <p:txBody>
          <a:bodyPr anchor="b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lang="en-GB"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rPr>
              <a:t>CREDITS: This presentation template was created by </a:t>
            </a:r>
            <a:r>
              <a:rPr b="1" sz="1000" lang="en-GB">
                <a:solidFill>
                  <a:schemeClr val="dk1"/>
                </a:solidFill>
                <a:uFill>
                  <a:noFill/>
                </a:uFill>
                <a:latin typeface="Monda"/>
                <a:ea typeface="Monda"/>
                <a:cs typeface="Monda"/>
                <a:sym typeface="Monda"/>
                <a:hlinkClick r:id="rId3"/>
              </a:rPr>
              <a:t>Slidesgo</a:t>
            </a:r>
            <a:r>
              <a:rPr sz="1000" lang="en-GB"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rPr>
              <a:t>, including icons by </a:t>
            </a:r>
            <a:r>
              <a:rPr b="1" sz="1000" lang="en-GB">
                <a:solidFill>
                  <a:schemeClr val="dk1"/>
                </a:solidFill>
                <a:uFill>
                  <a:noFill/>
                </a:uFill>
                <a:latin typeface="Monda"/>
                <a:ea typeface="Monda"/>
                <a:cs typeface="Monda"/>
                <a:sym typeface="Monda"/>
                <a:hlinkClick r:id="rId4"/>
              </a:rPr>
              <a:t>Flaticon</a:t>
            </a:r>
            <a:r>
              <a:rPr sz="1000" lang="en-GB"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rPr>
              <a:t> and infographics &amp; images by </a:t>
            </a:r>
            <a:r>
              <a:rPr b="1" sz="1000" lang="en-GB">
                <a:solidFill>
                  <a:schemeClr val="dk1"/>
                </a:solidFill>
                <a:uFill>
                  <a:noFill/>
                </a:uFill>
                <a:latin typeface="Monda"/>
                <a:ea typeface="Monda"/>
                <a:cs typeface="Monda"/>
                <a:sym typeface="Monda"/>
                <a:hlinkClick r:id="rId5"/>
              </a:rPr>
              <a:t>Freepik</a:t>
            </a:r>
            <a:endParaRPr b="1" sz="1000">
              <a:solidFill>
                <a:schemeClr val="dk1"/>
              </a:solidFill>
              <a:highlight>
                <a:srgbClr val="DFDEFC"/>
              </a:highlight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048747" name="Google Shape;392;p34"/>
          <p:cNvSpPr txBox="1"/>
          <p:nvPr>
            <p:ph type="ctrTitle"/>
          </p:nvPr>
        </p:nvSpPr>
        <p:spPr>
          <a:xfrm>
            <a:off x="2930523" y="529975"/>
            <a:ext cx="5493900" cy="9978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algn="ctr"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8748" name="Google Shape;393;p34"/>
          <p:cNvSpPr txBox="1"/>
          <p:nvPr>
            <p:ph type="subTitle" idx="1"/>
          </p:nvPr>
        </p:nvSpPr>
        <p:spPr>
          <a:xfrm>
            <a:off x="2924175" y="1488500"/>
            <a:ext cx="5506500" cy="12843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09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Google Shape;395;p35"/>
          <p:cNvSpPr/>
          <p:nvPr/>
        </p:nvSpPr>
        <p:spPr>
          <a:xfrm rot="5400000">
            <a:off x="4148830" y="4117701"/>
            <a:ext cx="1839600" cy="207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02" name="Google Shape;396;p35"/>
          <p:cNvSpPr/>
          <p:nvPr/>
        </p:nvSpPr>
        <p:spPr>
          <a:xfrm rot="5400000">
            <a:off x="4150225" y="810450"/>
            <a:ext cx="2571900" cy="951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03" name="Google Shape;397;p35"/>
          <p:cNvSpPr/>
          <p:nvPr/>
        </p:nvSpPr>
        <p:spPr>
          <a:xfrm flipH="1">
            <a:off x="5172375" y="3300800"/>
            <a:ext cx="7353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04" name="Google Shape;398;p35"/>
          <p:cNvSpPr/>
          <p:nvPr/>
        </p:nvSpPr>
        <p:spPr>
          <a:xfrm>
            <a:off x="7753075" y="3297075"/>
            <a:ext cx="20958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05" name="Google Shape;399;p35"/>
          <p:cNvSpPr/>
          <p:nvPr/>
        </p:nvSpPr>
        <p:spPr>
          <a:xfrm>
            <a:off x="5911681" y="0"/>
            <a:ext cx="39372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5" name="Google Shape;400;p35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911681" y="1638"/>
            <a:ext cx="3937320" cy="3295663"/>
          </a:xfrm>
          <a:prstGeom prst="rect"/>
          <a:noFill/>
          <a:ln>
            <a:noFill/>
          </a:ln>
        </p:spPr>
      </p:pic>
      <p:grpSp>
        <p:nvGrpSpPr>
          <p:cNvPr id="110" name="Google Shape;401;p35"/>
          <p:cNvGrpSpPr/>
          <p:nvPr/>
        </p:nvGrpSpPr>
        <p:grpSpPr>
          <a:xfrm>
            <a:off x="5911746" y="3297346"/>
            <a:ext cx="1841334" cy="1849979"/>
            <a:chOff x="5911746" y="3297346"/>
            <a:chExt cx="1841334" cy="1849979"/>
          </a:xfrm>
        </p:grpSpPr>
        <p:grpSp>
          <p:nvGrpSpPr>
            <p:cNvPr id="111" name="Google Shape;402;p35"/>
            <p:cNvGrpSpPr/>
            <p:nvPr/>
          </p:nvGrpSpPr>
          <p:grpSpPr>
            <a:xfrm>
              <a:off x="5911746" y="3297346"/>
              <a:ext cx="1841334" cy="1846519"/>
              <a:chOff x="5522250" y="3622800"/>
              <a:chExt cx="1518000" cy="1522275"/>
            </a:xfrm>
          </p:grpSpPr>
          <p:sp>
            <p:nvSpPr>
              <p:cNvPr id="1048806" name="Google Shape;403;p35"/>
              <p:cNvSpPr/>
              <p:nvPr/>
            </p:nvSpPr>
            <p:spPr>
              <a:xfrm>
                <a:off x="5523000" y="3622800"/>
                <a:ext cx="1516500" cy="1520700"/>
              </a:xfrm>
              <a:prstGeom prst="rect"/>
              <a:solidFill>
                <a:schemeClr val="l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807" name="Google Shape;404;p35"/>
              <p:cNvSpPr/>
              <p:nvPr/>
            </p:nvSpPr>
            <p:spPr>
              <a:xfrm>
                <a:off x="5522250" y="3627075"/>
                <a:ext cx="1518000" cy="1518000"/>
              </a:xfrm>
              <a:prstGeom prst="ellipse"/>
              <a:solidFill>
                <a:schemeClr val="accent1"/>
              </a:solidFill>
              <a:ln>
                <a:noFill/>
              </a:ln>
            </p:spPr>
            <p:txBody>
              <a:bodyPr anchor="ctr" anchorCtr="0" bIns="91425" lIns="91425" rIns="91425" spcFirstLastPara="1" tIns="91425" wrap="square">
                <a:noAutofit/>
              </a:bodyPr>
              <a:p>
                <a:pPr algn="l" indent="0" lvl="0" marL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pic>
          <p:nvPicPr>
            <p:cNvPr id="2097186" name="Google Shape;405;p35"/>
            <p:cNvPicPr preferRelativeResize="0">
              <a:picLocks/>
            </p:cNvPicPr>
            <p:nvPr/>
          </p:nvPicPr>
          <p:blipFill rotWithShape="1">
            <a:blip xmlns:r="http://schemas.openxmlformats.org/officeDocument/2006/relationships" r:embed="rId2"/>
            <a:srcRect l="17060" b="16254"/>
            <a:stretch>
              <a:fillRect/>
            </a:stretch>
          </p:blipFill>
          <p:spPr>
            <a:xfrm>
              <a:off x="5911751" y="3300800"/>
              <a:ext cx="1828750" cy="1846525"/>
            </a:xfrm>
            <a:prstGeom prst="rect"/>
            <a:noFill/>
            <a:ln>
              <a:noFill/>
            </a:ln>
          </p:spPr>
        </p:pic>
      </p:grpSp>
      <p:sp>
        <p:nvSpPr>
          <p:cNvPr id="1048808" name="Google Shape;406;p35"/>
          <p:cNvSpPr/>
          <p:nvPr/>
        </p:nvSpPr>
        <p:spPr>
          <a:xfrm rot="-5400000" flipH="1">
            <a:off x="5068675" y="2463900"/>
            <a:ext cx="735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3">
    <p:spTree>
      <p:nvGrpSpPr>
        <p:cNvPr id="106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Google Shape;408;p36"/>
          <p:cNvSpPr/>
          <p:nvPr/>
        </p:nvSpPr>
        <p:spPr>
          <a:xfrm>
            <a:off x="7532775" y="0"/>
            <a:ext cx="4326000" cy="36228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86" name="Google Shape;409;p36"/>
          <p:cNvSpPr/>
          <p:nvPr/>
        </p:nvSpPr>
        <p:spPr>
          <a:xfrm rot="-5400000" flipH="1">
            <a:off x="-234450" y="2806200"/>
            <a:ext cx="2571900" cy="21030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87" name="Google Shape;410;p36"/>
          <p:cNvSpPr/>
          <p:nvPr/>
        </p:nvSpPr>
        <p:spPr>
          <a:xfrm rot="-5400000" flipH="1">
            <a:off x="525450" y="-525450"/>
            <a:ext cx="1052100" cy="2103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88" name="Google Shape;411;p36"/>
          <p:cNvSpPr/>
          <p:nvPr/>
        </p:nvSpPr>
        <p:spPr>
          <a:xfrm flipH="1">
            <a:off x="459950" y="1048725"/>
            <a:ext cx="1643100" cy="15207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89" name="Google Shape;412;p36"/>
          <p:cNvSpPr/>
          <p:nvPr/>
        </p:nvSpPr>
        <p:spPr>
          <a:xfrm rot="5400000">
            <a:off x="-527710" y="1581966"/>
            <a:ext cx="1515000" cy="4599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90" name="Google Shape;413;p36"/>
          <p:cNvSpPr/>
          <p:nvPr/>
        </p:nvSpPr>
        <p:spPr>
          <a:xfrm>
            <a:off x="7532775" y="3622800"/>
            <a:ext cx="4326000" cy="15150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81" name="Google Shape;414;p3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b="16254"/>
          <a:stretch>
            <a:fillRect/>
          </a:stretch>
        </p:blipFill>
        <p:spPr>
          <a:xfrm>
            <a:off x="7532775" y="0"/>
            <a:ext cx="4326000" cy="3622800"/>
          </a:xfrm>
          <a:prstGeom prst="rect"/>
          <a:noFill/>
          <a:ln>
            <a:noFill/>
          </a:ln>
        </p:spPr>
      </p:pic>
      <p:pic>
        <p:nvPicPr>
          <p:cNvPr id="2097182" name="Google Shape;415;p3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-468831" y="2571744"/>
            <a:ext cx="2571899" cy="2571899"/>
          </a:xfrm>
          <a:prstGeom prst="rect"/>
          <a:noFill/>
          <a:ln>
            <a:noFill/>
          </a:ln>
        </p:spPr>
      </p:pic>
      <p:sp>
        <p:nvSpPr>
          <p:cNvPr id="1048791" name="Google Shape;416;p36"/>
          <p:cNvSpPr/>
          <p:nvPr/>
        </p:nvSpPr>
        <p:spPr>
          <a:xfrm>
            <a:off x="7531322" y="3627371"/>
            <a:ext cx="3148500" cy="30231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4">
    <p:spTree>
      <p:nvGrpSpPr>
        <p:cNvPr id="119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Google Shape;418;p37"/>
          <p:cNvSpPr/>
          <p:nvPr/>
        </p:nvSpPr>
        <p:spPr>
          <a:xfrm rot="-5400000" flipH="1">
            <a:off x="7997857" y="3742563"/>
            <a:ext cx="1839000" cy="951000"/>
          </a:xfrm>
          <a:prstGeom prst="rect"/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88" name="Google Shape;419;p37"/>
          <p:cNvSpPr/>
          <p:nvPr/>
        </p:nvSpPr>
        <p:spPr>
          <a:xfrm rot="10800000" flipH="1">
            <a:off x="8430782" y="3291308"/>
            <a:ext cx="1922700" cy="1846200"/>
          </a:xfrm>
          <a:prstGeom prst="pie">
            <a:avLst>
              <a:gd name="adj1" fmla="val 10809857"/>
              <a:gd name="adj2" fmla="val 16200000"/>
            </a:avLst>
          </a:prstGeom>
          <a:solidFill>
            <a:srgbClr val="DF0A0A">
              <a:alpha val="53070"/>
            </a:srgb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89" name="Google Shape;420;p37"/>
          <p:cNvSpPr/>
          <p:nvPr/>
        </p:nvSpPr>
        <p:spPr>
          <a:xfrm>
            <a:off x="8430782" y="3291288"/>
            <a:ext cx="1922700" cy="1846500"/>
          </a:xfrm>
          <a:prstGeom prst="pie">
            <a:avLst>
              <a:gd name="adj1" fmla="val 1080985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90" name="Google Shape;421;p37"/>
          <p:cNvSpPr/>
          <p:nvPr/>
        </p:nvSpPr>
        <p:spPr>
          <a:xfrm>
            <a:off x="-685425" y="-62"/>
            <a:ext cx="1390800" cy="1846500"/>
          </a:xfrm>
          <a:prstGeom prst="rect"/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91" name="Google Shape;422;p37"/>
          <p:cNvSpPr/>
          <p:nvPr/>
        </p:nvSpPr>
        <p:spPr>
          <a:xfrm>
            <a:off x="-2526750" y="1846438"/>
            <a:ext cx="3232200" cy="3297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7" name="Google Shape;423;p3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 l="17436" r="467" b="16254"/>
          <a:stretch>
            <a:fillRect/>
          </a:stretch>
        </p:blipFill>
        <p:spPr>
          <a:xfrm>
            <a:off x="-2526750" y="1846438"/>
            <a:ext cx="3232250" cy="3297125"/>
          </a:xfrm>
          <a:prstGeom prst="rect"/>
          <a:noFill/>
          <a:ln>
            <a:noFill/>
          </a:ln>
        </p:spPr>
      </p:pic>
      <p:sp>
        <p:nvSpPr>
          <p:cNvPr id="1048892" name="Google Shape;424;p37"/>
          <p:cNvSpPr/>
          <p:nvPr/>
        </p:nvSpPr>
        <p:spPr>
          <a:xfrm>
            <a:off x="8430775" y="0"/>
            <a:ext cx="735300" cy="3297300"/>
          </a:xfrm>
          <a:prstGeom prst="rect"/>
          <a:solidFill>
            <a:schemeClr val="dk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7198" name="Google Shape;425;p3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r="77700"/>
          <a:stretch>
            <a:fillRect/>
          </a:stretch>
        </p:blipFill>
        <p:spPr>
          <a:xfrm>
            <a:off x="8430777" y="-25"/>
            <a:ext cx="735299" cy="3297377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88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87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431;p40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sso One"/>
              <a:buNone/>
              <a:defRPr sz="30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04857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●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○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■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●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○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■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●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da"/>
              <a:buChar char="○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da"/>
              <a:buChar char="■"/>
              <a:defRPr>
                <a:solidFill>
                  <a:schemeClr val="dk1"/>
                </a:solidFill>
                <a:latin typeface="Monda"/>
                <a:ea typeface="Monda"/>
                <a:cs typeface="Monda"/>
                <a:sym typeface="Mond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84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Google Shape;427;p38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algn="ctr"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algn="ctr"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algn="ctr"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algn="ctr"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algn="ctr"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algn="ctr"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algn="ctr"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algn="ctr"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algn="ctr"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048679" name="Google Shape;428;p38"/>
          <p:cNvSpPr txBox="1"/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86" r:id="rId1"/>
    <p:sldLayoutId id="2147483687" r:id="rId2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481;p46"/>
          <p:cNvSpPr/>
          <p:nvPr/>
        </p:nvSpPr>
        <p:spPr>
          <a:xfrm rot="5400000">
            <a:off x="6105999" y="2077452"/>
            <a:ext cx="5125003" cy="988600"/>
          </a:xfrm>
          <a:prstGeom prst="rect"/>
        </p:spPr>
        <p:txBody>
          <a:bodyPr>
            <a:prstTxWarp prst="textPlain"/>
          </a:bodyPr>
          <a:p>
            <a:pPr algn="ctr" lvl="0"/>
            <a:r>
              <a:rPr b="0" i="0">
                <a:ln>
                  <a:noFill/>
                </a:ln>
                <a:solidFill>
                  <a:schemeClr val="lt1"/>
                </a:solidFill>
                <a:latin typeface="Russo One"/>
              </a:rPr>
              <a:t>INTRO</a:t>
            </a:r>
            <a:endParaRPr b="0" i="0">
              <a:ln>
                <a:noFill/>
              </a:ln>
              <a:solidFill>
                <a:schemeClr val="lt1"/>
              </a:solidFill>
              <a:latin typeface="Russo One"/>
            </a:endParaRPr>
          </a:p>
        </p:txBody>
      </p:sp>
      <p:sp>
        <p:nvSpPr>
          <p:cNvPr id="1048935" name="Google Shape;482;p46"/>
          <p:cNvSpPr txBox="1"/>
          <p:nvPr/>
        </p:nvSpPr>
        <p:spPr>
          <a:xfrm>
            <a:off x="3628217" y="1792775"/>
            <a:ext cx="4705350" cy="27527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lstStyle>
            <a:lvl1pPr algn="l" indent="-31750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1pPr>
            <a:lvl2pPr algn="ctr" indent="-317500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2pPr>
            <a:lvl3pPr algn="ctr" indent="-317500" marL="1371600" marR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3pPr>
            <a:lvl4pPr algn="ctr" indent="-317500" marL="1828800" marR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4pPr>
            <a:lvl5pPr algn="ctr" indent="-317500" marL="2286000" marR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5pPr>
            <a:lvl6pPr algn="ctr" indent="-317500" marL="2743200" marR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6pPr>
            <a:lvl7pPr algn="ctr" indent="-317500" marL="3200400" marR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7pPr>
            <a:lvl8pPr algn="ctr" indent="-317500" marL="3657600" marR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8pPr>
            <a:lvl9pPr algn="ctr" indent="-317500" marL="4114800" marR="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defRPr>
            </a:lvl9pPr>
          </a:lstStyle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ym typeface="+mn-ea"/>
              </a:rPr>
              <a:t>Essentials of Data Privacy Law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443;p42"/>
          <p:cNvSpPr txBox="1"/>
          <p:nvPr>
            <p:ph type="title"/>
          </p:nvPr>
        </p:nvSpPr>
        <p:spPr>
          <a:xfrm>
            <a:off x="812165" y="178435"/>
            <a:ext cx="7267575" cy="931545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ym typeface="+mn-ea"/>
              </a:rPr>
              <a:t>Introduction</a:t>
            </a:r>
            <a:endParaRPr lang="en-GB"/>
          </a:p>
        </p:txBody>
      </p:sp>
      <p:sp>
        <p:nvSpPr>
          <p:cNvPr id="1048602" name="Google Shape;444;p42"/>
          <p:cNvSpPr txBox="1"/>
          <p:nvPr>
            <p:ph type="body" idx="1"/>
          </p:nvPr>
        </p:nvSpPr>
        <p:spPr>
          <a:xfrm>
            <a:off x="395340" y="1275535"/>
            <a:ext cx="7267800" cy="35703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lvl="1"/>
            <a:r>
              <a:rPr b="1" sz="1800">
                <a:solidFill>
                  <a:schemeClr val="tx1"/>
                </a:solidFill>
                <a:sym typeface="+mn-ea"/>
              </a:rPr>
              <a:t>Data privacy law protects individuals’ personal data from unauthorized collection, use, and disclosure. It ensures that organizations handle data responsibly and provide individuals with rights over their information.</a:t>
            </a:r>
            <a:endParaRPr b="1" sz="18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449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ym typeface="+mn-ea"/>
              </a:rPr>
              <a:t>Key Principles of Data Privacy Law</a:t>
            </a:r>
            <a:endParaRPr sz="3200" lang="en-GB"/>
          </a:p>
        </p:txBody>
      </p:sp>
      <p:sp>
        <p:nvSpPr>
          <p:cNvPr id="1048609" name="Google Shape;450;p43"/>
          <p:cNvSpPr txBox="1"/>
          <p:nvPr/>
        </p:nvSpPr>
        <p:spPr>
          <a:xfrm>
            <a:off x="899160" y="1347470"/>
            <a:ext cx="6494780" cy="315214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tx1"/>
                </a:solidFill>
                <a:sym typeface="+mn-ea"/>
              </a:rPr>
              <a:t>1. Transparency</a:t>
            </a:r>
            <a:r>
              <a:rPr sz="1600" lang="en-PH">
                <a:solidFill>
                  <a:schemeClr val="tx1"/>
                </a:solidFill>
                <a:sym typeface="+mn-ea"/>
              </a:rPr>
              <a:t>:</a:t>
            </a:r>
            <a:r>
              <a:rPr sz="1600">
                <a:solidFill>
                  <a:schemeClr val="tx1"/>
                </a:solidFill>
                <a:sym typeface="+mn-ea"/>
              </a:rPr>
              <a:t> Organizations must clearly inform users about data collection practices.</a:t>
            </a:r>
            <a:endParaRPr sz="1600">
              <a:solidFill>
                <a:schemeClr val="tx1"/>
              </a:solidFill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tx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tx1"/>
                </a:solidFill>
                <a:sym typeface="+mn-ea"/>
              </a:rPr>
              <a:t>2. Legitimate Purpose</a:t>
            </a:r>
            <a:r>
              <a:rPr sz="1600" lang="en-PH">
                <a:solidFill>
                  <a:schemeClr val="tx1"/>
                </a:solidFill>
                <a:sym typeface="+mn-ea"/>
              </a:rPr>
              <a:t>: </a:t>
            </a:r>
            <a:r>
              <a:rPr sz="1600">
                <a:solidFill>
                  <a:schemeClr val="tx1"/>
                </a:solidFill>
                <a:sym typeface="+mn-ea"/>
              </a:rPr>
              <a:t>Data should only be collected and used for a specific, legal purpose.</a:t>
            </a:r>
            <a:endParaRPr sz="1600">
              <a:solidFill>
                <a:schemeClr val="tx1"/>
              </a:solidFill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tx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tx1"/>
                </a:solidFill>
                <a:sym typeface="+mn-ea"/>
              </a:rPr>
              <a:t>3. Proportionality</a:t>
            </a:r>
            <a:r>
              <a:rPr sz="1600" lang="en-PH">
                <a:solidFill>
                  <a:schemeClr val="tx1"/>
                </a:solidFill>
                <a:sym typeface="+mn-ea"/>
              </a:rPr>
              <a:t>: </a:t>
            </a:r>
            <a:r>
              <a:rPr sz="1600">
                <a:solidFill>
                  <a:schemeClr val="tx1"/>
                </a:solidFill>
                <a:sym typeface="+mn-ea"/>
              </a:rPr>
              <a:t>Only necessary and relevant data should be collected.</a:t>
            </a:r>
            <a:endParaRPr sz="1600">
              <a:solidFill>
                <a:schemeClr val="tx1"/>
              </a:solidFill>
              <a:latin typeface="Commissioner"/>
              <a:ea typeface="Commissioner"/>
              <a:cs typeface="Commissioner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459;p44"/>
          <p:cNvSpPr/>
          <p:nvPr/>
        </p:nvSpPr>
        <p:spPr>
          <a:xfrm rot="5400000">
            <a:off x="-1129525" y="2091525"/>
            <a:ext cx="5134200" cy="951000"/>
          </a:xfrm>
          <a:prstGeom prst="rect"/>
          <a:solidFill>
            <a:schemeClr val="l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7" name="Google Shape;460;p44"/>
          <p:cNvSpPr txBox="1"/>
          <p:nvPr>
            <p:ph type="title" idx="2"/>
          </p:nvPr>
        </p:nvSpPr>
        <p:spPr>
          <a:xfrm>
            <a:off x="2611500" y="445025"/>
            <a:ext cx="5819100" cy="5727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ym typeface="+mn-ea"/>
              </a:rPr>
              <a:t>Rights of Data Subjects</a:t>
            </a:r>
            <a:endParaRPr lang="en-GB"/>
          </a:p>
        </p:txBody>
      </p:sp>
      <p:sp>
        <p:nvSpPr>
          <p:cNvPr id="1048628" name="Google Shape;470;p44"/>
          <p:cNvSpPr/>
          <p:nvPr/>
        </p:nvSpPr>
        <p:spPr>
          <a:xfrm rot="5400000">
            <a:off x="-1141849" y="2089426"/>
            <a:ext cx="5139976" cy="961125"/>
          </a:xfrm>
          <a:prstGeom prst="rect"/>
        </p:spPr>
        <p:txBody>
          <a:bodyPr>
            <a:prstTxWarp prst="textPlain"/>
          </a:bodyPr>
          <a:p>
            <a:pPr algn="ctr" lvl="0"/>
            <a:r>
              <a:rPr b="0" i="0">
                <a:ln>
                  <a:noFill/>
                </a:ln>
                <a:solidFill>
                  <a:schemeClr val="dk1"/>
                </a:solidFill>
                <a:latin typeface="Russo One"/>
              </a:rPr>
              <a:t>DATA</a:t>
            </a:r>
            <a:endParaRPr b="0" i="0">
              <a:ln>
                <a:noFill/>
              </a:ln>
              <a:solidFill>
                <a:schemeClr val="dk1"/>
              </a:solidFill>
              <a:latin typeface="Russo One"/>
            </a:endParaRPr>
          </a:p>
        </p:txBody>
      </p:sp>
      <p:sp>
        <p:nvSpPr>
          <p:cNvPr id="1048629" name="Text Box 10"/>
          <p:cNvSpPr txBox="1"/>
          <p:nvPr/>
        </p:nvSpPr>
        <p:spPr>
          <a:xfrm>
            <a:off x="2253615" y="1139825"/>
            <a:ext cx="6670675" cy="3957320"/>
          </a:xfrm>
          <a:prstGeom prst="rect"/>
          <a:noFill/>
        </p:spPr>
        <p:txBody>
          <a:bodyPr rtlCol="0" wrap="square">
            <a:noAutofit/>
          </a:bodyPr>
          <a:p>
            <a:pPr indent="-342900" marL="342900">
              <a:buFont typeface="Wingdings" panose="05000000000000000000" charset="0"/>
              <a:buChar char="§"/>
            </a:pPr>
            <a:endParaRPr sz="1800">
              <a:solidFill>
                <a:schemeClr val="tx1"/>
              </a:solidFill>
              <a:sym typeface="+mn-ea"/>
            </a:endParaRPr>
          </a:p>
          <a:p>
            <a:pPr indent="-285750" marL="285750">
              <a:buFont typeface="Wingdings" panose="05000000000000000000" charset="0"/>
              <a:buChar char="q"/>
            </a:pPr>
            <a:r>
              <a:rPr sz="1800">
                <a:solidFill>
                  <a:schemeClr val="tx1"/>
                </a:solidFill>
                <a:sym typeface="+mn-ea"/>
              </a:rPr>
              <a:t>Individuals have rights to control their personal data:</a:t>
            </a:r>
            <a:endParaRPr sz="1800">
              <a:solidFill>
                <a:schemeClr val="tx1"/>
              </a:solidFill>
              <a:sym typeface="+mn-ea"/>
            </a:endParaRPr>
          </a:p>
          <a:p>
            <a:endParaRPr sz="1800" lang="en-US">
              <a:solidFill>
                <a:schemeClr val="tx1"/>
              </a:solidFill>
            </a:endParaRPr>
          </a:p>
          <a:p>
            <a:r>
              <a:rPr sz="1800">
                <a:solidFill>
                  <a:schemeClr val="tx1"/>
                </a:solidFill>
                <a:sym typeface="+mn-ea"/>
              </a:rPr>
              <a:t>✔ Right to be Informed</a:t>
            </a:r>
            <a:r>
              <a:rPr sz="1800" lang="en-PH">
                <a:solidFill>
                  <a:schemeClr val="tx1"/>
                </a:solidFill>
                <a:sym typeface="+mn-ea"/>
              </a:rPr>
              <a:t>:</a:t>
            </a:r>
            <a:r>
              <a:rPr sz="1800">
                <a:solidFill>
                  <a:schemeClr val="tx1"/>
                </a:solidFill>
                <a:sym typeface="+mn-ea"/>
              </a:rPr>
              <a:t> Know how their data is collected and used.</a:t>
            </a:r>
            <a:endParaRPr sz="1800">
              <a:solidFill>
                <a:schemeClr val="tx1"/>
              </a:solidFill>
              <a:sym typeface="+mn-ea"/>
            </a:endParaRPr>
          </a:p>
          <a:p>
            <a:endParaRPr sz="1800">
              <a:solidFill>
                <a:schemeClr val="tx1"/>
              </a:solidFill>
              <a:sym typeface="+mn-ea"/>
            </a:endParaRPr>
          </a:p>
          <a:p>
            <a:r>
              <a:rPr sz="1800">
                <a:solidFill>
                  <a:schemeClr val="tx1"/>
                </a:solidFill>
                <a:sym typeface="+mn-ea"/>
              </a:rPr>
              <a:t>✔ Right to Access</a:t>
            </a:r>
            <a:r>
              <a:rPr sz="1800" lang="en-PH">
                <a:solidFill>
                  <a:schemeClr val="tx1"/>
                </a:solidFill>
                <a:sym typeface="+mn-ea"/>
              </a:rPr>
              <a:t>:</a:t>
            </a:r>
            <a:r>
              <a:rPr sz="1800">
                <a:solidFill>
                  <a:schemeClr val="tx1"/>
                </a:solidFill>
                <a:sym typeface="+mn-ea"/>
              </a:rPr>
              <a:t> Request a copy of their personal data.</a:t>
            </a:r>
            <a:endParaRPr sz="1800">
              <a:solidFill>
                <a:schemeClr val="tx1"/>
              </a:solidFill>
              <a:sym typeface="+mn-ea"/>
            </a:endParaRPr>
          </a:p>
          <a:p>
            <a:endParaRPr sz="1800">
              <a:solidFill>
                <a:schemeClr val="tx1"/>
              </a:solidFill>
              <a:sym typeface="+mn-ea"/>
            </a:endParaRPr>
          </a:p>
          <a:p>
            <a:r>
              <a:rPr sz="1800">
                <a:solidFill>
                  <a:schemeClr val="tx1"/>
                </a:solidFill>
                <a:sym typeface="+mn-ea"/>
              </a:rPr>
              <a:t>✔ Right to Object</a:t>
            </a:r>
            <a:r>
              <a:rPr sz="1800" lang="en-PH">
                <a:solidFill>
                  <a:schemeClr val="tx1"/>
                </a:solidFill>
                <a:sym typeface="+mn-ea"/>
              </a:rPr>
              <a:t>:</a:t>
            </a:r>
            <a:r>
              <a:rPr sz="1800">
                <a:solidFill>
                  <a:schemeClr val="tx1"/>
                </a:solidFill>
                <a:sym typeface="+mn-ea"/>
              </a:rPr>
              <a:t> Refuse processing of their data.</a:t>
            </a:r>
            <a:endParaRPr sz="1800">
              <a:solidFill>
                <a:schemeClr val="tx1"/>
              </a:solidFill>
              <a:sym typeface="+mn-ea"/>
            </a:endParaRPr>
          </a:p>
          <a:p>
            <a:endParaRPr sz="1800">
              <a:solidFill>
                <a:schemeClr val="tx1"/>
              </a:solidFill>
              <a:sym typeface="+mn-ea"/>
            </a:endParaRPr>
          </a:p>
          <a:p>
            <a:r>
              <a:rPr sz="1800">
                <a:solidFill>
                  <a:schemeClr val="tx1"/>
                </a:solidFill>
                <a:sym typeface="+mn-ea"/>
              </a:rPr>
              <a:t>✔ Right to Data Portability</a:t>
            </a:r>
            <a:r>
              <a:rPr sz="1800" lang="en-PH">
                <a:solidFill>
                  <a:schemeClr val="tx1"/>
                </a:solidFill>
                <a:sym typeface="+mn-ea"/>
              </a:rPr>
              <a:t>:</a:t>
            </a:r>
            <a:r>
              <a:rPr sz="1800">
                <a:solidFill>
                  <a:schemeClr val="tx1"/>
                </a:solidFill>
                <a:sym typeface="+mn-ea"/>
              </a:rPr>
              <a:t> Transfer data to another service provider.</a:t>
            </a:r>
            <a:endParaRPr sz="1800">
              <a:solidFill>
                <a:schemeClr val="tx1"/>
              </a:solidFill>
              <a:sym typeface="+mn-ea"/>
            </a:endParaRPr>
          </a:p>
          <a:p>
            <a:endParaRPr sz="1800">
              <a:solidFill>
                <a:schemeClr val="tx1"/>
              </a:solidFill>
              <a:sym typeface="+mn-ea"/>
            </a:endParaRPr>
          </a:p>
          <a:p>
            <a:r>
              <a:rPr sz="1800">
                <a:solidFill>
                  <a:schemeClr val="tx1"/>
                </a:solidFill>
                <a:sym typeface="+mn-ea"/>
              </a:rPr>
              <a:t>✔ Right to Erasure</a:t>
            </a:r>
            <a:r>
              <a:rPr sz="1800" lang="en-PH">
                <a:solidFill>
                  <a:schemeClr val="tx1"/>
                </a:solidFill>
                <a:sym typeface="+mn-ea"/>
              </a:rPr>
              <a:t>: </a:t>
            </a:r>
            <a:r>
              <a:rPr sz="1800">
                <a:solidFill>
                  <a:schemeClr val="tx1"/>
                </a:solidFill>
                <a:sym typeface="+mn-ea"/>
              </a:rPr>
              <a:t>Request deletion of their personal data.</a:t>
            </a:r>
            <a:endParaRPr sz="1800" 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475;p45"/>
          <p:cNvSpPr txBox="1"/>
          <p:nvPr>
            <p:ph type="subTitle" idx="1"/>
          </p:nvPr>
        </p:nvSpPr>
        <p:spPr>
          <a:xfrm>
            <a:off x="2287905" y="1558290"/>
            <a:ext cx="5208905" cy="320802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ctr" indent="-285750" lvl="0" marL="285750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sz="1800">
                <a:sym typeface="+mn-ea"/>
              </a:rPr>
              <a:t>Organizations handling personal data must:</a:t>
            </a:r>
            <a:endParaRPr sz="1800"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ym typeface="+mn-ea"/>
              </a:rPr>
              <a:t>🔹 Implement security measures</a:t>
            </a:r>
            <a:r>
              <a:rPr sz="1800" lang="en-PH">
                <a:sym typeface="+mn-ea"/>
              </a:rPr>
              <a:t>:</a:t>
            </a:r>
            <a:r>
              <a:rPr sz="1800">
                <a:sym typeface="+mn-ea"/>
              </a:rPr>
              <a:t> to </a:t>
            </a:r>
            <a:r>
              <a:rPr sz="1800" lang="en-PH">
                <a:sym typeface="+mn-ea"/>
              </a:rPr>
              <a:t>       </a:t>
            </a:r>
            <a:r>
              <a:rPr sz="1800">
                <a:sym typeface="+mn-ea"/>
              </a:rPr>
              <a:t>protect data.</a:t>
            </a:r>
            <a:endParaRPr sz="1800"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ym typeface="+mn-ea"/>
              </a:rPr>
              <a:t>🔹 Report data breaches</a:t>
            </a:r>
            <a:r>
              <a:rPr sz="1800" lang="en-PH">
                <a:sym typeface="+mn-ea"/>
              </a:rPr>
              <a:t> </a:t>
            </a:r>
            <a:r>
              <a:rPr sz="1800">
                <a:sym typeface="+mn-ea"/>
              </a:rPr>
              <a:t>immediately.</a:t>
            </a:r>
            <a:endParaRPr sz="1800"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ym typeface="+mn-ea"/>
              </a:rPr>
              <a:t>🔹 Appoint a Data Protection Officer (DPO) to oversee compliance.</a:t>
            </a:r>
            <a:endParaRPr sz="1800" lang="en-GB"/>
          </a:p>
        </p:txBody>
      </p:sp>
      <p:sp>
        <p:nvSpPr>
          <p:cNvPr id="1048642" name="Google Shape;476;p45"/>
          <p:cNvSpPr txBox="1"/>
          <p:nvPr>
            <p:ph type="title"/>
          </p:nvPr>
        </p:nvSpPr>
        <p:spPr>
          <a:xfrm>
            <a:off x="2616813" y="267336"/>
            <a:ext cx="4402200" cy="126450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ym typeface="+mn-ea"/>
              </a:rPr>
              <a:t>Obligations of Organizations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75" name="Shape 4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4617;p59"/>
          <p:cNvSpPr/>
          <p:nvPr/>
        </p:nvSpPr>
        <p:spPr>
          <a:xfrm>
            <a:off x="6444155" y="122940"/>
            <a:ext cx="2601300" cy="2601600"/>
          </a:xfrm>
          <a:prstGeom prst="ellipse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3" name="Google Shape;4618;p59"/>
          <p:cNvSpPr txBox="1"/>
          <p:nvPr>
            <p:ph type="title"/>
          </p:nvPr>
        </p:nvSpPr>
        <p:spPr>
          <a:xfrm>
            <a:off x="6548120" y="771525"/>
            <a:ext cx="2497455" cy="1530350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ym typeface="+mn-ea"/>
              </a:rPr>
              <a:t>Penalties for Violations</a:t>
            </a:r>
            <a:endParaRPr lang="en-GB"/>
          </a:p>
        </p:txBody>
      </p:sp>
      <p:sp>
        <p:nvSpPr>
          <p:cNvPr id="1048664" name="Text Box 2"/>
          <p:cNvSpPr txBox="1"/>
          <p:nvPr/>
        </p:nvSpPr>
        <p:spPr>
          <a:xfrm>
            <a:off x="1115695" y="411480"/>
            <a:ext cx="5471160" cy="4671060"/>
          </a:xfrm>
          <a:prstGeom prst="rect"/>
          <a:noFill/>
        </p:spPr>
        <p:txBody>
          <a:bodyPr rtlCol="0" wrap="square">
            <a:noAutofit/>
          </a:bodyPr>
          <a:p>
            <a:pPr indent="-342900" marL="342900">
              <a:buFont typeface="Wingdings" panose="05000000000000000000" charset="0"/>
              <a:buChar char="v"/>
            </a:pPr>
            <a:r>
              <a:rPr b="1" sz="2000">
                <a:solidFill>
                  <a:schemeClr val="tx1"/>
                </a:solidFill>
                <a:sym typeface="+mn-ea"/>
              </a:rPr>
              <a:t>Failure to comply with data privacy laws can result in:</a:t>
            </a:r>
            <a:endParaRPr b="1" sz="2000">
              <a:solidFill>
                <a:schemeClr val="tx1"/>
              </a:solidFill>
              <a:sym typeface="+mn-ea"/>
            </a:endParaRPr>
          </a:p>
          <a:p>
            <a:endParaRPr b="1" sz="2000" lang="en-US">
              <a:solidFill>
                <a:schemeClr val="tx1"/>
              </a:solidFill>
            </a:endParaRPr>
          </a:p>
          <a:p>
            <a:r>
              <a:rPr b="1" sz="2000">
                <a:solidFill>
                  <a:schemeClr val="tx1"/>
                </a:solidFill>
                <a:sym typeface="+mn-ea"/>
              </a:rPr>
              <a:t>⚠ Fines and penalties</a:t>
            </a:r>
            <a:r>
              <a:rPr b="1" sz="2000" lang="en-PH">
                <a:solidFill>
                  <a:schemeClr val="tx1"/>
                </a:solidFill>
                <a:sym typeface="+mn-ea"/>
              </a:rPr>
              <a:t>:</a:t>
            </a:r>
            <a:r>
              <a:rPr b="1" sz="2000">
                <a:solidFill>
                  <a:schemeClr val="tx1"/>
                </a:solidFill>
                <a:sym typeface="+mn-ea"/>
              </a:rPr>
              <a:t> Companies can be fined millions.</a:t>
            </a:r>
            <a:endParaRPr b="1" sz="2000">
              <a:solidFill>
                <a:schemeClr val="tx1"/>
              </a:solidFill>
              <a:sym typeface="+mn-ea"/>
            </a:endParaRPr>
          </a:p>
          <a:p>
            <a:endParaRPr b="1" sz="2000">
              <a:solidFill>
                <a:schemeClr val="tx1"/>
              </a:solidFill>
              <a:sym typeface="+mn-ea"/>
            </a:endParaRPr>
          </a:p>
          <a:p>
            <a:r>
              <a:rPr b="1" sz="2000">
                <a:solidFill>
                  <a:schemeClr val="tx1"/>
                </a:solidFill>
                <a:sym typeface="+mn-ea"/>
              </a:rPr>
              <a:t>⚠ Legal consequences</a:t>
            </a:r>
            <a:r>
              <a:rPr b="1" sz="2000" lang="en-PH">
                <a:solidFill>
                  <a:schemeClr val="tx1"/>
                </a:solidFill>
                <a:sym typeface="+mn-ea"/>
              </a:rPr>
              <a:t>:</a:t>
            </a:r>
            <a:r>
              <a:rPr b="1" sz="2000">
                <a:solidFill>
                  <a:schemeClr val="tx1"/>
                </a:solidFill>
                <a:sym typeface="+mn-ea"/>
              </a:rPr>
              <a:t> Possible lawsuits or criminal charges.</a:t>
            </a:r>
            <a:endParaRPr b="1" sz="2000">
              <a:solidFill>
                <a:schemeClr val="tx1"/>
              </a:solidFill>
              <a:sym typeface="+mn-ea"/>
            </a:endParaRPr>
          </a:p>
          <a:p>
            <a:endParaRPr b="1" sz="2000">
              <a:solidFill>
                <a:schemeClr val="tx1"/>
              </a:solidFill>
              <a:sym typeface="+mn-ea"/>
            </a:endParaRPr>
          </a:p>
          <a:p>
            <a:r>
              <a:rPr b="1" sz="2000">
                <a:solidFill>
                  <a:schemeClr val="tx1"/>
                </a:solidFill>
                <a:sym typeface="+mn-ea"/>
              </a:rPr>
              <a:t>⚠ Reputation damage</a:t>
            </a:r>
            <a:r>
              <a:rPr b="1" sz="2000" lang="en-PH">
                <a:solidFill>
                  <a:schemeClr val="tx1"/>
                </a:solidFill>
                <a:sym typeface="+mn-ea"/>
              </a:rPr>
              <a:t>:</a:t>
            </a:r>
            <a:r>
              <a:rPr b="1" sz="2000">
                <a:solidFill>
                  <a:schemeClr val="tx1"/>
                </a:solidFill>
                <a:sym typeface="+mn-ea"/>
              </a:rPr>
              <a:t> Loss of trust from customers and stakeholders.</a:t>
            </a:r>
            <a:endParaRPr b="1" sz="2000">
              <a:solidFill>
                <a:schemeClr val="tx1"/>
              </a:solidFill>
              <a:sym typeface="+mn-ea"/>
            </a:endParaRPr>
          </a:p>
          <a:p>
            <a:endParaRPr b="1" sz="2000" lang="en-US">
              <a:solidFill>
                <a:schemeClr val="tx1"/>
              </a:solidFill>
            </a:endParaRPr>
          </a:p>
          <a:p>
            <a:r>
              <a:rPr b="1" sz="2000">
                <a:solidFill>
                  <a:schemeClr val="tx1"/>
                </a:solidFill>
                <a:sym typeface="+mn-ea"/>
              </a:rPr>
              <a:t>Example Case: A company was fined for unauthorized data sharing without user consent.</a:t>
            </a:r>
            <a:endParaRPr b="1" sz="2000" 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2" name=""/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p>
            <a:r>
              <a:rPr>
                <a:sym typeface="+mn-ea"/>
              </a:rPr>
              <a:t>Conclusion</a:t>
            </a:r>
            <a:endParaRPr lang="en-US"/>
          </a:p>
        </p:txBody>
      </p:sp>
      <p:sp>
        <p:nvSpPr>
          <p:cNvPr id="1048933" name=""/>
          <p:cNvSpPr txBox="1"/>
          <p:nvPr/>
        </p:nvSpPr>
        <p:spPr>
          <a:xfrm>
            <a:off x="1017352" y="1546791"/>
            <a:ext cx="6736397" cy="2529841"/>
          </a:xfrm>
          <a:prstGeom prst="rect"/>
        </p:spPr>
        <p:txBody>
          <a:bodyPr rtlCol="0" wrap="square">
            <a:sp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FFFFFF"/>
                </a:solidFill>
                <a:sym typeface="+mn-ea"/>
              </a:rPr>
              <a:t>✔ Data privacy laws are essential in protecting individuals' rights.</a:t>
            </a:r>
            <a:endParaRPr sz="2000">
              <a:solidFill>
                <a:srgbClr val="FFFFFF"/>
              </a:solidFill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2000" lang="en-GB">
              <a:solidFill>
                <a:srgbClr val="FFFFFF"/>
              </a:solidFill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FFFFFF"/>
                </a:solidFill>
                <a:sym typeface="+mn-ea"/>
              </a:rPr>
              <a:t>✔ Organizations must ensure they follow legal requirements.</a:t>
            </a:r>
            <a:endParaRPr sz="2000">
              <a:solidFill>
                <a:srgbClr val="FFFFFF"/>
              </a:solidFill>
              <a:sym typeface="+mn-ea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2000" lang="en-GB">
              <a:solidFill>
                <a:srgbClr val="FFFFFF"/>
              </a:solidFill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FFFFFF"/>
                </a:solidFill>
                <a:sym typeface="+mn-ea"/>
              </a:rPr>
              <a:t>✔ Everyone should be aware of their rights and responsibilities to keep personal data safe.</a:t>
            </a:r>
            <a:endParaRPr sz="2000"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Shape 5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5248;p78"/>
          <p:cNvSpPr txBox="1"/>
          <p:nvPr>
            <p:ph type="title"/>
          </p:nvPr>
        </p:nvSpPr>
        <p:spPr>
          <a:xfrm>
            <a:off x="1907540" y="1707515"/>
            <a:ext cx="5109845" cy="2163445"/>
          </a:xfrm>
          <a:prstGeom prst="rect"/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6600" lang="en-GB">
                <a:sym typeface="+mn-ea"/>
              </a:rPr>
              <a:t>THANKS!</a:t>
            </a:r>
            <a:endParaRPr sz="6600"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Privacy Day by Slidesgo">
  <a:themeElements>
    <a:clrScheme name="Simple Light">
      <a:dk1>
        <a:srgbClr val="FFFFFF"/>
      </a:dk1>
      <a:lt1>
        <a:srgbClr val="000000"/>
      </a:lt1>
      <a:dk2>
        <a:srgbClr val="DF0A0A"/>
      </a:dk2>
      <a:lt2>
        <a:srgbClr val="0000FF"/>
      </a:lt2>
      <a:accent1>
        <a:srgbClr val="F1D71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Essentials of Data Privacy Law</dc:title>
  <dc:creator>TECNO LH7n</dc:creator>
  <cp:lastModifiedBy>Clarissa Andoy</cp:lastModifiedBy>
  <dcterms:created xsi:type="dcterms:W3CDTF">2025-02-02T05:10:41Z</dcterms:created>
  <dcterms:modified xsi:type="dcterms:W3CDTF">2025-02-04T03:19:56Z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2f025b385a4b44e3b7a54698a01ab1b1</vt:lpwstr>
  </property>
  <property fmtid="{D5CDD505-2E9C-101B-9397-08002B2CF9AE}" pid="3" name="KSOProductBuildVer">
    <vt:lpwstr>1033-12.2.0.19805</vt:lpwstr>
  </property>
</Properties>
</file>